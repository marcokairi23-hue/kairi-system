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74d93daadd493b" /><Relationship Type="http://schemas.openxmlformats.org/officeDocument/2006/relationships/extended-properties" Target="/docProps/app.xml" Id="Rf2ed496248044a5c" /><Relationship Type="http://schemas.openxmlformats.org/officeDocument/2006/relationships/officeDocument" Target="/ppt/presentation.xml" Id="Rcb564a7b07734fe1" /></Relationships>
</file>

<file path=ppt/presentation.xml><?xml version="1.0" encoding="utf-8"?>
<p:presentation xmlns:p="http://schemas.openxmlformats.org/presentationml/2006/main">
  <p:sldMasterIdLst>
    <p:sldMasterId xmlns:r="http://schemas.openxmlformats.org/officeDocument/2006/relationships" id="2147483648" r:id="Rb55c2c08b01946fc"/>
  </p:sldMasterIdLst>
  <p:notesMasterIdLst>
    <p:notesMasterId xmlns:r="http://schemas.openxmlformats.org/officeDocument/2006/relationships" r:id="R968db0c46ad74dcb"/>
  </p:notesMasterIdLst>
  <p:sldIdLst>
    <p:sldId xmlns:r="http://schemas.openxmlformats.org/officeDocument/2006/relationships" id="256" r:id="Rd0bf308762154ea3"/>
    <p:sldId xmlns:r="http://schemas.openxmlformats.org/officeDocument/2006/relationships" id="257" r:id="Rc69e4cc8f7a3485f"/>
    <p:sldId xmlns:r="http://schemas.openxmlformats.org/officeDocument/2006/relationships" id="258" r:id="R69407c8e9e35408c"/>
    <p:sldId xmlns:r="http://schemas.openxmlformats.org/officeDocument/2006/relationships" id="259" r:id="R23db2dd140bb438c"/>
    <p:sldId xmlns:r="http://schemas.openxmlformats.org/officeDocument/2006/relationships" id="260" r:id="R3615877771cf433d"/>
    <p:sldId xmlns:r="http://schemas.openxmlformats.org/officeDocument/2006/relationships" id="261" r:id="Ra6c453c4d4f24e4b"/>
    <p:sldId xmlns:r="http://schemas.openxmlformats.org/officeDocument/2006/relationships" id="262" r:id="R4fcbd77280444364"/>
    <p:sldId xmlns:r="http://schemas.openxmlformats.org/officeDocument/2006/relationships" id="263" r:id="R009f1cb9c0bc4f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0f9c8cc77944e0" /><Relationship Type="http://schemas.openxmlformats.org/officeDocument/2006/relationships/slideMaster" Target="/ppt/slideMasters/slideMaster1.xml" Id="Rb55c2c08b01946fc" /><Relationship Type="http://schemas.openxmlformats.org/officeDocument/2006/relationships/notesMaster" Target="/ppt/notesMasters/notesMaster1.xml" Id="R968db0c46ad74dcb" /><Relationship Type="http://schemas.openxmlformats.org/officeDocument/2006/relationships/presProps" Target="/ppt/presProps.xml" Id="R96a58415cc974ab5" /><Relationship Type="http://schemas.openxmlformats.org/officeDocument/2006/relationships/tableStyles" Target="/ppt/tableStyles.xml" Id="Rd70c360cde79417b" /><Relationship Type="http://schemas.openxmlformats.org/officeDocument/2006/relationships/slide" Target="/ppt/slides/slide1.xml" Id="Rd0bf308762154ea3" /><Relationship Type="http://schemas.openxmlformats.org/officeDocument/2006/relationships/slide" Target="/ppt/slides/slide2.xml" Id="Rc69e4cc8f7a3485f" /><Relationship Type="http://schemas.openxmlformats.org/officeDocument/2006/relationships/slide" Target="/ppt/slides/slide3.xml" Id="R69407c8e9e35408c" /><Relationship Type="http://schemas.openxmlformats.org/officeDocument/2006/relationships/slide" Target="/ppt/slides/slide4.xml" Id="R23db2dd140bb438c" /><Relationship Type="http://schemas.openxmlformats.org/officeDocument/2006/relationships/slide" Target="/ppt/slides/slide5.xml" Id="R3615877771cf433d" /><Relationship Type="http://schemas.openxmlformats.org/officeDocument/2006/relationships/slide" Target="/ppt/slides/slide6.xml" Id="Ra6c453c4d4f24e4b" /><Relationship Type="http://schemas.openxmlformats.org/officeDocument/2006/relationships/slide" Target="/ppt/slides/slide7.xml" Id="R4fcbd77280444364" /><Relationship Type="http://schemas.openxmlformats.org/officeDocument/2006/relationships/slide" Target="/ppt/slides/slide8.xml" Id="R009f1cb9c0bc4f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6bdd5292f943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a188532c764ea9" /><Relationship Type="http://schemas.openxmlformats.org/officeDocument/2006/relationships/notesMaster" Target="/ppt/notesMasters/notesMaster1.xml" Id="R9ba56985e31b4c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5714b25c614e76" /><Relationship Type="http://schemas.openxmlformats.org/officeDocument/2006/relationships/notesMaster" Target="/ppt/notesMasters/notesMaster1.xml" Id="Rb8f80d51316f4b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f9bfce1aa741c8" /><Relationship Type="http://schemas.openxmlformats.org/officeDocument/2006/relationships/notesMaster" Target="/ppt/notesMasters/notesMaster1.xml" Id="Rfdafef8fa0144a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4ef5daed9e4bcc" /><Relationship Type="http://schemas.openxmlformats.org/officeDocument/2006/relationships/notesMaster" Target="/ppt/notesMasters/notesMaster1.xml" Id="R058e2532cdcd40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0f7844ba3b409d" /><Relationship Type="http://schemas.openxmlformats.org/officeDocument/2006/relationships/notesMaster" Target="/ppt/notesMasters/notesMaster1.xml" Id="R677cd0600b834d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19c89dfcab4af5" /><Relationship Type="http://schemas.openxmlformats.org/officeDocument/2006/relationships/notesMaster" Target="/ppt/notesMasters/notesMaster1.xml" Id="R0bbe764d5e7642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eb70b1927f4c59" /><Relationship Type="http://schemas.openxmlformats.org/officeDocument/2006/relationships/notesMaster" Target="/ppt/notesMasters/notesMaster1.xml" Id="R7b70c2e02d6d42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36decb685e8450f" /><Relationship Type="http://schemas.openxmlformats.org/officeDocument/2006/relationships/notesMaster" Target="/ppt/notesMasters/notesMaster1.xml" Id="Rd7abf0d1df2d4c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54d8b8c48e459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51d98ecadd14ce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98505bb5f847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ffc3accb4674a6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6437c43fe241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b156ae953849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C54427-F6F5-4AE7-B637-5631FC832AD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3F68EF-A1D9-4D42-A29D-8AEB353EE65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5FA314-0F5C-4799-BAAA-72609BB304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67AEEF-2637-49E5-9C15-761E5518B8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CCC72D-FD33-4F87-BA51-29FB8A6AEC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C3203C-506F-4E13-81E5-016F3AFFC3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A83193-D959-477F-928F-6C5D549108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88096C-63EB-4A34-A907-F95CDFB62BC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9A25E4-AB74-4C6D-B568-0960061A95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093AA3-74B8-4FEE-B3DB-DB636B092B1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76caed44874f30" /><Relationship Type="http://schemas.openxmlformats.org/officeDocument/2006/relationships/slideLayout" Target="/ppt/slideLayouts/slideLayout1.xml" Id="Rf20d8850eed34ac3" /><Relationship Type="http://schemas.openxmlformats.org/officeDocument/2006/relationships/slideLayout" Target="/ppt/slideLayouts/slideLayout2.xml" Id="Rf7595ab82dfb4536" /><Relationship Type="http://schemas.openxmlformats.org/officeDocument/2006/relationships/slideLayout" Target="/ppt/slideLayouts/slideLayout3.xml" Id="R853b28b21117482a" /><Relationship Type="http://schemas.openxmlformats.org/officeDocument/2006/relationships/slideLayout" Target="/ppt/slideLayouts/slideLayout4.xml" Id="Rba4aeb5d3392443f" /><Relationship Type="http://schemas.openxmlformats.org/officeDocument/2006/relationships/slideLayout" Target="/ppt/slideLayouts/slideLayout5.xml" Id="Ra02972f845714546" /><Relationship Type="http://schemas.openxmlformats.org/officeDocument/2006/relationships/slideLayout" Target="/ppt/slideLayouts/slideLayout6.xml" Id="Rfbcd7c9400dc43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0d8850eed34ac3"/>
    <p:sldLayoutId xmlns:r="http://schemas.openxmlformats.org/officeDocument/2006/relationships" id="2147483650" r:id="Rf7595ab82dfb4536"/>
    <p:sldLayoutId xmlns:r="http://schemas.openxmlformats.org/officeDocument/2006/relationships" id="2147483651" r:id="R853b28b21117482a"/>
    <p:sldLayoutId xmlns:r="http://schemas.openxmlformats.org/officeDocument/2006/relationships" id="2147483652" r:id="Rba4aeb5d3392443f"/>
    <p:sldLayoutId xmlns:r="http://schemas.openxmlformats.org/officeDocument/2006/relationships" id="2147483653" r:id="Ra02972f845714546"/>
    <p:sldLayoutId xmlns:r="http://schemas.openxmlformats.org/officeDocument/2006/relationships" id="2147483654" r:id="Rfbcd7c9400dc43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be030561d64bc2" /><Relationship Type="http://schemas.openxmlformats.org/officeDocument/2006/relationships/image" Target="/ppt/media/image.png" Id="R456ad41faef640d7" /><Relationship Type="http://schemas.openxmlformats.org/officeDocument/2006/relationships/notesSlide" Target="/ppt/notesSlides/notesSlide1.xml" Id="R06bc9199faed46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19b981b90b43da" /><Relationship Type="http://schemas.openxmlformats.org/officeDocument/2006/relationships/notesSlide" Target="/ppt/notesSlides/notesSlide2.xml" Id="R3f6cc8ab930841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241f9ac7134474" /><Relationship Type="http://schemas.openxmlformats.org/officeDocument/2006/relationships/notesSlide" Target="/ppt/notesSlides/notesSlide3.xml" Id="Ra99b5d1880b742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b23518eefc14141" /><Relationship Type="http://schemas.openxmlformats.org/officeDocument/2006/relationships/notesSlide" Target="/ppt/notesSlides/notesSlide4.xml" Id="R0571067bd12a4e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48799fe5304933" /><Relationship Type="http://schemas.openxmlformats.org/officeDocument/2006/relationships/notesSlide" Target="/ppt/notesSlides/notesSlide5.xml" Id="R258fec0d58c14b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02bb34b44634209" /><Relationship Type="http://schemas.openxmlformats.org/officeDocument/2006/relationships/notesSlide" Target="/ppt/notesSlides/notesSlide6.xml" Id="R01205313e3bd49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eddecf3ce4a41f3" /><Relationship Type="http://schemas.openxmlformats.org/officeDocument/2006/relationships/notesSlide" Target="/ppt/notesSlides/notesSlide7.xml" Id="R94fa9d8136c24b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bed0e75476048db" /><Relationship Type="http://schemas.openxmlformats.org/officeDocument/2006/relationships/notesSlide" Target="/ppt/notesSlides/notesSlide8.xml" Id="R0ffbb79ce5784a4a"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F9460E0-BFA8-4B30-9559-C36F0BE535E4}"/>
              </a:ext>
            </a:extLst>
          </p:cNvPr>
          <p:cNvPicPr>
            <a:picLocks xmlns:a="http://schemas.openxmlformats.org/drawingml/2006/main" noChangeAspect="1"/>
          </p:cNvPicPr>
          <p:nvPr/>
        </p:nvPicPr>
        <p:blipFill>
          <a:blip xmlns:r="http://schemas.openxmlformats.org/officeDocument/2006/relationships" xmlns:a="http://schemas.openxmlformats.org/drawingml/2006/main" r:embed="R456ad41faef640d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46A63F-0132-4748-859D-0208C4F91ECF}"/>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3600" b="1">
                <a:solidFill>
                  <a:srgbClr val="39463C"/>
                </a:solidFill>
                <a:latin typeface="Arial"/>
                <a:ea typeface="Arial"/>
                <a:cs typeface="Arial"/>
              </a:defRPr>
            </a:defPPr>
          </a:lstStyle>
          <a:p xmlns:a="http://schemas.openxmlformats.org/drawingml/2006/main">
            <a:pPr algn="r">
              <a:lnSpc>
                <a:spcPct val="100000"/>
              </a:lnSpc>
              <a:buNone/>
              <a:defRPr sz="3600" b="1">
                <a:solidFill>
                  <a:srgbClr val="39463C"/>
                </a:solidFill>
                <a:latin typeface="Arial"/>
                <a:ea typeface="Arial"/>
                <a:cs typeface="Arial"/>
              </a:defRPr>
            </a:pPr>
            <a:r>
              <a:rPr sz="3600" b="1">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D5CEBA6F-DA7F-472C-86E6-81F1FB0940FC}"/>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75" b="0">
                <a:solidFill>
                  <a:srgbClr val="39463C"/>
                </a:solidFill>
                <a:latin typeface="Arial"/>
                <a:ea typeface="Arial"/>
                <a:cs typeface="Arial"/>
              </a:defRPr>
            </a:defPPr>
          </a:lstStyle>
          <a:p xmlns:a="http://schemas.openxmlformats.org/drawingml/2006/main">
            <a:pPr algn="r">
              <a:lnSpc>
                <a:spcPct val="105000"/>
              </a:lnSpc>
              <a:buNone/>
              <a:defRPr sz="1875" b="0">
                <a:solidFill>
                  <a:srgbClr val="39463C"/>
                </a:solidFill>
                <a:latin typeface="Arial"/>
                <a:ea typeface="Arial"/>
                <a:cs typeface="Arial"/>
              </a:defRPr>
            </a:pPr>
            <a:r>
              <a:rPr sz="1875" b="0">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3A7C87BC-DFF1-49D2-AC71-1877916FF1B1}"/>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6E746B"/>
                </a:solidFill>
                <a:latin typeface="Arial"/>
                <a:ea typeface="Arial"/>
                <a:cs typeface="Arial"/>
              </a:defRPr>
            </a:defPPr>
          </a:lstStyle>
          <a:p xmlns:a="http://schemas.openxmlformats.org/drawingml/2006/main">
            <a:pPr algn="r">
              <a:lnSpc>
                <a:spcPct val="100000"/>
              </a:lnSpc>
              <a:buNone/>
              <a:defRPr sz="1275" b="0">
                <a:solidFill>
                  <a:srgbClr val="6E746B"/>
                </a:solidFill>
                <a:latin typeface="Arial"/>
                <a:ea typeface="Arial"/>
                <a:cs typeface="Arial"/>
              </a:defRPr>
            </a:pPr>
            <a:r>
              <a:rPr sz="1275" b="0">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748930292"/>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7B57855-3A6B-42D5-8768-40715A723368}"/>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EEF8581F-78E4-4D65-8E46-3646CA9B7BC0}"/>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8C43DE9C-39DC-4532-B187-8EB450CA9594}"/>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FC36EB18-FD64-49CA-B43D-27CF76CE514C}"/>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550" b="1">
                <a:solidFill>
                  <a:srgbClr val="B9674F"/>
                </a:solidFill>
                <a:latin typeface="Arial"/>
                <a:ea typeface="Arial"/>
                <a:cs typeface="Arial"/>
              </a:defRPr>
            </a:defPPr>
          </a:lstStyle>
          <a:p xmlns:a="http://schemas.openxmlformats.org/drawingml/2006/main">
            <a:pPr algn="r">
              <a:lnSpc>
                <a:spcPct val="95000"/>
              </a:lnSpc>
              <a:buNone/>
              <a:defRPr sz="2550" b="1">
                <a:solidFill>
                  <a:srgbClr val="B9674F"/>
                </a:solidFill>
                <a:latin typeface="Arial"/>
                <a:ea typeface="Arial"/>
                <a:cs typeface="Arial"/>
              </a:defRPr>
            </a:pPr>
            <a:r>
              <a:rPr sz="2550" b="1">
                <a:solidFill>
                  <a:srgbClr val="B9674F"/>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22E08C87-C706-4A40-995C-062BC456D091}"/>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800" b="0">
                <a:solidFill>
                  <a:srgbClr val="39463C"/>
                </a:solidFill>
                <a:latin typeface="Arial"/>
                <a:ea typeface="Arial"/>
                <a:cs typeface="Arial"/>
              </a:defRPr>
            </a:defPPr>
          </a:lstStyle>
          <a:p xmlns:a="http://schemas.openxmlformats.org/drawingml/2006/main">
            <a:pPr algn="r">
              <a:lnSpc>
                <a:spcPct val="108000"/>
              </a:lnSpc>
              <a:buNone/>
              <a:defRPr sz="1800" b="0">
                <a:solidFill>
                  <a:srgbClr val="39463C"/>
                </a:solidFill>
                <a:latin typeface="Arial"/>
                <a:ea typeface="Arial"/>
                <a:cs typeface="Arial"/>
              </a:defRPr>
            </a:pPr>
            <a:r>
              <a:rPr sz="1800" b="0">
                <a:solidFill>
                  <a:srgbClr val="39463C"/>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A0077176-7663-4426-BDC7-242F61AF8185}"/>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7" name="">
            <a:extLst xmlns:a="http://schemas.openxmlformats.org/drawingml/2006/main">
              <a:ext uri="{FF2B5EF4-FFF2-40B4-BE49-F238E27FC236}">
                <a16:creationId xmlns:a16="http://schemas.microsoft.com/office/drawing/2014/main" id="{D7577BC6-A1BC-46D8-AF58-C647E3165E33}"/>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7E916B"/>
                </a:solidFill>
                <a:latin typeface="Arial"/>
                <a:ea typeface="Arial"/>
                <a:cs typeface="Arial"/>
              </a:defRPr>
            </a:defPPr>
          </a:lstStyle>
          <a:p xmlns:a="http://schemas.openxmlformats.org/drawingml/2006/main">
            <a:pPr algn="ctr">
              <a:lnSpc>
                <a:spcPct val="100000"/>
              </a:lnSpc>
              <a:buNone/>
              <a:defRPr sz="2325" b="1">
                <a:solidFill>
                  <a:srgbClr val="7E916B"/>
                </a:solidFill>
                <a:latin typeface="Arial"/>
                <a:ea typeface="Arial"/>
                <a:cs typeface="Arial"/>
              </a:defRPr>
            </a:pPr>
            <a:r>
              <a:rPr sz="2325" b="1">
                <a:solidFill>
                  <a:srgbClr val="7E916B"/>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632C5B05-45C5-41A5-9FC6-865660666116}"/>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B9674F"/>
                </a:solidFill>
                <a:latin typeface="Arial"/>
                <a:ea typeface="Arial"/>
                <a:cs typeface="Arial"/>
              </a:defRPr>
            </a:defPPr>
          </a:lstStyle>
          <a:p xmlns:a="http://schemas.openxmlformats.org/drawingml/2006/main">
            <a:pPr algn="ctr">
              <a:lnSpc>
                <a:spcPct val="100000"/>
              </a:lnSpc>
              <a:buNone/>
              <a:defRPr sz="2325" b="1">
                <a:solidFill>
                  <a:srgbClr val="B9674F"/>
                </a:solidFill>
                <a:latin typeface="Arial"/>
                <a:ea typeface="Arial"/>
                <a:cs typeface="Arial"/>
              </a:defRPr>
            </a:pPr>
            <a:r>
              <a:rPr sz="2325" b="1">
                <a:solidFill>
                  <a:srgbClr val="B9674F"/>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C5BC29A9-13A0-4C45-9E25-8CCC83A7BA65}"/>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325" b="1">
                <a:solidFill>
                  <a:srgbClr val="557C78"/>
                </a:solidFill>
                <a:latin typeface="Arial"/>
                <a:ea typeface="Arial"/>
                <a:cs typeface="Arial"/>
              </a:defRPr>
            </a:defPPr>
          </a:lstStyle>
          <a:p xmlns:a="http://schemas.openxmlformats.org/drawingml/2006/main">
            <a:pPr algn="ctr">
              <a:lnSpc>
                <a:spcPct val="100000"/>
              </a:lnSpc>
              <a:buNone/>
              <a:defRPr sz="2325" b="1">
                <a:solidFill>
                  <a:srgbClr val="557C78"/>
                </a:solidFill>
                <a:latin typeface="Arial"/>
                <a:ea typeface="Arial"/>
                <a:cs typeface="Arial"/>
              </a:defRPr>
            </a:pPr>
            <a:r>
              <a:rPr sz="2325" b="1">
                <a:solidFill>
                  <a:srgbClr val="557C78"/>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88934028-D6CE-48ED-8222-11E092B41342}"/>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4433D878-FA60-471C-90C0-881006B392AF}"/>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C8A051D0-57DD-4EBC-8153-823551A09A10}"/>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02</a:t>
            </a:r>
          </a:p>
        </p:txBody>
      </p:sp>
    </p:spTree>
    <p:extLst>
      <p:ext uri="{BB962C8B-B14F-4D97-AF65-F5344CB8AC3E}">
        <p14:creationId xmlns:p14="http://schemas.microsoft.com/office/powerpoint/2010/main" val="1434917749"/>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220B66B-941F-443B-A56E-4A5CA950719D}"/>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6B809913-E19F-475F-9EFD-F642267C73C8}"/>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AC2DC291-4937-49D7-A83A-83E4C19A8AF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3821A06C-CCEA-4FE5-A768-8123C695ED9A}"/>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D9CDBB"/>
            </a:solidFill>
            <a:prstDash val="solid"/>
          </a:ln>
        </p:spPr>
      </p:sp>
      <p:sp>
        <p:nvSpPr>
          <p:cNvPr id="5" name="">
            <a:extLst xmlns:a="http://schemas.openxmlformats.org/drawingml/2006/main">
              <a:ext uri="{FF2B5EF4-FFF2-40B4-BE49-F238E27FC236}">
                <a16:creationId xmlns:a16="http://schemas.microsoft.com/office/drawing/2014/main" id="{3C88855C-B833-4EE6-A234-9A405D7F7D04}"/>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F980EBB-C453-41F7-A4A8-BA3E63622FC7}"/>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875ACD2E-C592-4583-AC51-F0A468C1F569}"/>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28FDF33B-2AD7-4F21-B3CF-CDEBBDE252BD}"/>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557C78"/>
                </a:solidFill>
                <a:latin typeface="Arial"/>
                <a:ea typeface="Arial"/>
                <a:cs typeface="Arial"/>
              </a:defRPr>
            </a:defPPr>
          </a:lstStyle>
          <a:p xmlns:a="http://schemas.openxmlformats.org/drawingml/2006/main">
            <a:pPr algn="r">
              <a:lnSpc>
                <a:spcPct val="100000"/>
              </a:lnSpc>
              <a:buNone/>
              <a:defRPr sz="1575" b="1">
                <a:solidFill>
                  <a:srgbClr val="557C78"/>
                </a:solidFill>
                <a:latin typeface="Arial"/>
                <a:ea typeface="Arial"/>
                <a:cs typeface="Arial"/>
              </a:defRPr>
            </a:pPr>
            <a:r>
              <a:rPr sz="1575" b="1">
                <a:solidFill>
                  <a:srgbClr val="557C78"/>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A07641F5-8058-4ACC-95CD-4377EFAC7FE8}"/>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91A1BD5D-C548-44C9-ADA4-41C44A122044}"/>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D0AD3F8-FAF4-4F15-8B20-447BEAA3EA9C}"/>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915C9A3B-A7CC-4747-B210-822FF1FC6566}"/>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D6B323F0-25B5-4B9F-A2F6-0D9DE654C361}"/>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7E916B"/>
                </a:solidFill>
                <a:latin typeface="Arial"/>
                <a:ea typeface="Arial"/>
                <a:cs typeface="Arial"/>
              </a:defRPr>
            </a:defPPr>
          </a:lstStyle>
          <a:p xmlns:a="http://schemas.openxmlformats.org/drawingml/2006/main">
            <a:pPr algn="r">
              <a:lnSpc>
                <a:spcPct val="100000"/>
              </a:lnSpc>
              <a:buNone/>
              <a:defRPr sz="1575" b="1">
                <a:solidFill>
                  <a:srgbClr val="7E916B"/>
                </a:solidFill>
                <a:latin typeface="Arial"/>
                <a:ea typeface="Arial"/>
                <a:cs typeface="Arial"/>
              </a:defRPr>
            </a:pPr>
            <a:r>
              <a:rPr sz="1575" b="1">
                <a:solidFill>
                  <a:srgbClr val="7E916B"/>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CAA04A01-6E2F-4BF7-81C1-EC9055DB2413}"/>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AF0C0FA7-2C95-46E8-83A1-F71A34548A4D}"/>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73A6874-2D24-4B70-BCD7-5B34259AA812}"/>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CC90D38B-61DD-481F-A56D-82514FE00543}"/>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6612BB67-0132-40D4-B441-F92DAA44DE95}"/>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C7A15A"/>
                </a:solidFill>
                <a:latin typeface="Arial"/>
                <a:ea typeface="Arial"/>
                <a:cs typeface="Arial"/>
              </a:defRPr>
            </a:defPPr>
          </a:lstStyle>
          <a:p xmlns:a="http://schemas.openxmlformats.org/drawingml/2006/main">
            <a:pPr algn="r">
              <a:lnSpc>
                <a:spcPct val="100000"/>
              </a:lnSpc>
              <a:buNone/>
              <a:defRPr sz="1575" b="1">
                <a:solidFill>
                  <a:srgbClr val="C7A15A"/>
                </a:solidFill>
                <a:latin typeface="Arial"/>
                <a:ea typeface="Arial"/>
                <a:cs typeface="Arial"/>
              </a:defRPr>
            </a:pPr>
            <a:r>
              <a:rPr sz="1575" b="1">
                <a:solidFill>
                  <a:srgbClr val="C7A15A"/>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9B39FE74-41E5-4B3C-A0CF-0E94C7BD8C2B}"/>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F3D736A5-AA68-40E3-ABB6-BCF011BC015F}"/>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9B687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AF2573-A9BB-4A0E-9AD0-00403A2EEC34}"/>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31C48C23-5CA9-4C43-B055-D3BD44549CAB}"/>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1E5356B4-413E-434A-B354-F6FB3B2B7523}"/>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75" b="1">
                <a:solidFill>
                  <a:srgbClr val="9B6874"/>
                </a:solidFill>
                <a:latin typeface="Arial"/>
                <a:ea typeface="Arial"/>
                <a:cs typeface="Arial"/>
              </a:defRPr>
            </a:defPPr>
          </a:lstStyle>
          <a:p xmlns:a="http://schemas.openxmlformats.org/drawingml/2006/main">
            <a:pPr algn="r">
              <a:lnSpc>
                <a:spcPct val="100000"/>
              </a:lnSpc>
              <a:buNone/>
              <a:defRPr sz="1575" b="1">
                <a:solidFill>
                  <a:srgbClr val="9B6874"/>
                </a:solidFill>
                <a:latin typeface="Arial"/>
                <a:ea typeface="Arial"/>
                <a:cs typeface="Arial"/>
              </a:defRPr>
            </a:pPr>
            <a:r>
              <a:rPr sz="1575" b="1">
                <a:solidFill>
                  <a:srgbClr val="9B687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1E51FDA1-2B8D-46A3-9054-1258444900FF}"/>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275" b="0">
                <a:solidFill>
                  <a:srgbClr val="39463C"/>
                </a:solidFill>
                <a:latin typeface="Arial"/>
                <a:ea typeface="Arial"/>
                <a:cs typeface="Arial"/>
              </a:defRPr>
            </a:defPPr>
          </a:lstStyle>
          <a:p xmlns:a="http://schemas.openxmlformats.org/drawingml/2006/main">
            <a:pPr algn="r">
              <a:lnSpc>
                <a:spcPct val="100000"/>
              </a:lnSpc>
              <a:buNone/>
              <a:defRPr sz="1275" b="0">
                <a:solidFill>
                  <a:srgbClr val="39463C"/>
                </a:solidFill>
                <a:latin typeface="Arial"/>
                <a:ea typeface="Arial"/>
                <a:cs typeface="Arial"/>
              </a:defRPr>
            </a:pPr>
            <a:r>
              <a:rPr sz="1275" b="0">
                <a:solidFill>
                  <a:srgbClr val="39463C"/>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E1D9A955-9C03-4634-8EFF-9FD9150569F8}"/>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575" b="1">
                <a:solidFill>
                  <a:srgbClr val="B9674F"/>
                </a:solidFill>
                <a:latin typeface="Arial"/>
                <a:ea typeface="Arial"/>
                <a:cs typeface="Arial"/>
              </a:defRPr>
            </a:defPPr>
          </a:lstStyle>
          <a:p xmlns:a="http://schemas.openxmlformats.org/drawingml/2006/main">
            <a:pPr algn="ctr">
              <a:lnSpc>
                <a:spcPct val="100000"/>
              </a:lnSpc>
              <a:buNone/>
              <a:defRPr sz="1575" b="1">
                <a:solidFill>
                  <a:srgbClr val="B9674F"/>
                </a:solidFill>
                <a:latin typeface="Arial"/>
                <a:ea typeface="Arial"/>
                <a:cs typeface="Arial"/>
              </a:defRPr>
            </a:pPr>
            <a:r>
              <a:rPr sz="1575" b="1">
                <a:solidFill>
                  <a:srgbClr val="B9674F"/>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BBD93B79-36B6-4236-9EF0-AA91865E7C8C}"/>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A7DA6FDE-AD32-45DD-8A4E-34A0C8EC426A}"/>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03</a:t>
            </a:r>
          </a:p>
        </p:txBody>
      </p:sp>
    </p:spTree>
    <p:extLst>
      <p:ext uri="{BB962C8B-B14F-4D97-AF65-F5344CB8AC3E}">
        <p14:creationId xmlns:p14="http://schemas.microsoft.com/office/powerpoint/2010/main" val="1814116905"/>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C9AC9D8-1697-4AD4-9AF5-9B033937030E}"/>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E134570C-69BA-4071-865B-E8A06CF9795B}"/>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378BBE26-9B61-4AC2-9DAF-69F30AA9687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10A68957-C01E-4740-A89A-D19BA0FF7434}"/>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5" name="">
            <a:extLst xmlns:a="http://schemas.openxmlformats.org/drawingml/2006/main">
              <a:ext uri="{FF2B5EF4-FFF2-40B4-BE49-F238E27FC236}">
                <a16:creationId xmlns:a16="http://schemas.microsoft.com/office/drawing/2014/main" id="{E560C666-A168-416A-8797-7FF947FA776C}"/>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a:defRPr sz="2550" b="1">
                <a:solidFill>
                  <a:srgbClr val="7E916B"/>
                </a:solidFill>
                <a:latin typeface="Arial"/>
                <a:ea typeface="Arial"/>
                <a:cs typeface="Arial"/>
              </a:defRPr>
            </a:defPPr>
          </a:lstStyle>
          <a:p xmlns:a="http://schemas.openxmlformats.org/drawingml/2006/main">
            <a:pPr algn="ctr">
              <a:lnSpc>
                <a:spcPct val="100000"/>
              </a:lnSpc>
              <a:buNone/>
              <a:defRPr sz="2550" b="1">
                <a:solidFill>
                  <a:srgbClr val="7E916B"/>
                </a:solidFill>
                <a:latin typeface="Arial"/>
                <a:ea typeface="Arial"/>
                <a:cs typeface="Arial"/>
              </a:defRPr>
            </a:pPr>
            <a:r>
              <a:rPr sz="2550" b="1">
                <a:solidFill>
                  <a:srgbClr val="7E916B"/>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3CE715BB-0760-460B-AB7C-0871777F4DC3}"/>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0">
                <a:solidFill>
                  <a:srgbClr val="39463C"/>
                </a:solidFill>
                <a:latin typeface="Arial"/>
                <a:ea typeface="Arial"/>
                <a:cs typeface="Arial"/>
              </a:defRPr>
            </a:defPPr>
          </a:lstStyle>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לימוד פרטי</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ניסיון מצטבר</a:t>
            </a:r>
          </a:p>
          <a:p xmlns:a="http://schemas.openxmlformats.org/drawingml/2006/main">
            <a:pPr algn="ctr">
              <a:lnSpc>
                <a:spcPct val="120000"/>
              </a:lnSpc>
              <a:buNone/>
              <a:defRPr sz="1800" b="0">
                <a:solidFill>
                  <a:srgbClr val="39463C"/>
                </a:solidFill>
                <a:latin typeface="Arial"/>
                <a:ea typeface="Arial"/>
                <a:cs typeface="Arial"/>
              </a:defRPr>
            </a:pPr>
            <a:r>
              <a:rPr sz="1800" b="0">
                <a:solidFill>
                  <a:srgbClr val="39463C"/>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468518D3-89BC-483C-A2AF-76F4881B87A1}"/>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250" b="1">
                <a:solidFill>
                  <a:srgbClr val="39463C"/>
                </a:solidFill>
                <a:latin typeface="Arial"/>
                <a:ea typeface="Arial"/>
                <a:cs typeface="Arial"/>
              </a:defRPr>
            </a:defPPr>
          </a:lstStyle>
          <a:p xmlns:a="http://schemas.openxmlformats.org/drawingml/2006/main">
            <a:pPr algn="r">
              <a:lnSpc>
                <a:spcPct val="108000"/>
              </a:lnSpc>
              <a:buNone/>
              <a:defRPr sz="2250" b="1">
                <a:solidFill>
                  <a:srgbClr val="39463C"/>
                </a:solidFill>
                <a:latin typeface="Arial"/>
                <a:ea typeface="Arial"/>
                <a:cs typeface="Arial"/>
              </a:defRPr>
            </a:pPr>
            <a:r>
              <a:rPr sz="2250" b="1">
                <a:solidFill>
                  <a:srgbClr val="39463C"/>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EE29717D-9FB3-45AC-8898-7991DB8498F7}"/>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B9674F"/>
                </a:solidFill>
                <a:latin typeface="Arial"/>
                <a:ea typeface="Arial"/>
                <a:cs typeface="Arial"/>
              </a:defRPr>
            </a:defPPr>
          </a:lstStyle>
          <a:p xmlns:a="http://schemas.openxmlformats.org/drawingml/2006/main">
            <a:pPr algn="r">
              <a:lnSpc>
                <a:spcPct val="100000"/>
              </a:lnSpc>
              <a:buNone/>
              <a:defRPr sz="1500" b="0">
                <a:solidFill>
                  <a:srgbClr val="B9674F"/>
                </a:solidFill>
                <a:latin typeface="Arial"/>
                <a:ea typeface="Arial"/>
                <a:cs typeface="Arial"/>
              </a:defRPr>
            </a:pPr>
            <a:r>
              <a:rPr sz="1500" b="0">
                <a:solidFill>
                  <a:srgbClr val="B9674F"/>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C74DC158-D81D-49F4-8AFA-6E1331B6CAA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38D268C2-F27C-42BC-AB6E-825358CD6D9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04</a:t>
            </a:r>
          </a:p>
        </p:txBody>
      </p:sp>
    </p:spTree>
    <p:extLst>
      <p:ext uri="{BB962C8B-B14F-4D97-AF65-F5344CB8AC3E}">
        <p14:creationId xmlns:p14="http://schemas.microsoft.com/office/powerpoint/2010/main" val="1762677152"/>
      </p:ext>
    </p:extLst>
  </p:cSld>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FB48B20-9364-4BA6-AB60-73D4C5BC1665}"/>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DA93F917-FF72-4ED5-9DA8-9833719DD9A4}"/>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D80B36E2-B790-4230-8AA2-906869DA9E3B}"/>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B020A961-D7BB-4298-8289-125B6123505C}"/>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0854D14-D53E-4190-880D-03FCF4482432}"/>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35C93B2E-0D45-412A-9A5F-AC9877C617BD}"/>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אביב</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26162389-F3DC-4C3B-ACF8-9464D8B7F05F}"/>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BB6B49C-CF3E-4A08-9B86-06D8390A917E}"/>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5180F639-F100-4D5D-BE4B-C4A140A63B54}"/>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קיץ</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56D6E696-3011-495C-B23A-FFBD1702A1E4}"/>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972C0A-965E-4CEB-9983-25030C3143BA}"/>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148F3E32-8E6F-4431-B2FD-068AA193E0FA}"/>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מרכז</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A6C01609-6D2D-4C32-81C2-33632A8CDBB6}"/>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72B0951-28BC-432B-8A3C-5D0F7C0D0582}"/>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01E86986-B684-4240-8D6F-33DED57DF1BD}"/>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סתיו</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8133AEA4-E45B-4FB7-B120-BD85857472E7}"/>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9702928-767D-4F49-AAA4-AB85B4FADFA0}"/>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9F6DB6B6-E1F5-497C-B320-50A13BAC6FD7}"/>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חורף</a:t>
            </a:r>
          </a:p>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D467627E-A173-467F-A7C5-F26B5297C884}"/>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0">
                <a:solidFill>
                  <a:srgbClr val="39463C"/>
                </a:solidFill>
                <a:latin typeface="Arial"/>
                <a:ea typeface="Arial"/>
                <a:cs typeface="Arial"/>
              </a:defRPr>
            </a:defPPr>
          </a:lstStyle>
          <a:p xmlns:a="http://schemas.openxmlformats.org/drawingml/2006/main">
            <a:pPr algn="ctr">
              <a:lnSpc>
                <a:spcPct val="108000"/>
              </a:lnSpc>
              <a:buNone/>
              <a:defRPr sz="1875" b="0">
                <a:solidFill>
                  <a:srgbClr val="39463C"/>
                </a:solidFill>
                <a:latin typeface="Arial"/>
                <a:ea typeface="Arial"/>
                <a:cs typeface="Arial"/>
              </a:defRPr>
            </a:pPr>
            <a:r>
              <a:rPr sz="1875" b="0">
                <a:solidFill>
                  <a:srgbClr val="39463C"/>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2796CBE9-7FB5-4FAF-854C-D8446B560407}"/>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050" b="0">
                <a:solidFill>
                  <a:srgbClr val="6E746B"/>
                </a:solidFill>
                <a:latin typeface="Arial"/>
                <a:ea typeface="Arial"/>
                <a:cs typeface="Arial"/>
              </a:defRPr>
            </a:defPPr>
          </a:lstStyle>
          <a:p xmlns:a="http://schemas.openxmlformats.org/drawingml/2006/main">
            <a:pPr algn="ctr">
              <a:lnSpc>
                <a:spcPct val="100000"/>
              </a:lnSpc>
              <a:buNone/>
              <a:defRPr sz="1050" b="0">
                <a:solidFill>
                  <a:srgbClr val="6E746B"/>
                </a:solidFill>
                <a:latin typeface="Arial"/>
                <a:ea typeface="Arial"/>
                <a:cs typeface="Arial"/>
              </a:defRPr>
            </a:pPr>
            <a:r>
              <a:rPr sz="1050" b="0">
                <a:solidFill>
                  <a:srgbClr val="6E746B"/>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1FF37D6A-B9B0-48E7-8C4D-69016C681652}"/>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0860B155-5E7A-4D91-BF62-523216072B6B}"/>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05</a:t>
            </a:r>
          </a:p>
        </p:txBody>
      </p:sp>
    </p:spTree>
    <p:extLst>
      <p:ext uri="{BB962C8B-B14F-4D97-AF65-F5344CB8AC3E}">
        <p14:creationId xmlns:p14="http://schemas.microsoft.com/office/powerpoint/2010/main" val="614724674"/>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355678BC-2487-42CF-83A8-564BC8165655}"/>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B9674F"/>
            </a:solidFill>
            <a:prstDash val="solid"/>
            <a:headEnd type="triangle" w="sm" len="sm"/>
          </a:ln>
        </p:spPr>
      </p:cxnSp>
      <p:cxnSp>
        <p:nvCxnSpPr>
          <p:cNvPr id="22" name="">
            <a:extLst xmlns:a="http://schemas.openxmlformats.org/drawingml/2006/main">
              <a:ext uri="{FF2B5EF4-FFF2-40B4-BE49-F238E27FC236}">
                <a16:creationId xmlns:a16="http://schemas.microsoft.com/office/drawing/2014/main" id="{C8E319F7-B088-459F-A00B-847F257A56FB}"/>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B9674F"/>
            </a:solidFill>
            <a:prstDash val="solid"/>
            <a:headEnd type="triangle" w="sm" len="sm"/>
          </a:ln>
        </p:spPr>
      </p:cxnSp>
      <p:cxnSp>
        <p:nvCxnSpPr>
          <p:cNvPr id="21" name="">
            <a:extLst xmlns:a="http://schemas.openxmlformats.org/drawingml/2006/main">
              <a:ext uri="{FF2B5EF4-FFF2-40B4-BE49-F238E27FC236}">
                <a16:creationId xmlns:a16="http://schemas.microsoft.com/office/drawing/2014/main" id="{BD07AF7A-C099-4C4B-8103-B715C04AF5A9}"/>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B9674F"/>
            </a:solidFill>
            <a:prstDash val="solid"/>
            <a:headEnd type="triangle" w="sm" len="sm"/>
          </a:ln>
        </p:spPr>
      </p:cxnSp>
      <p:cxnSp>
        <p:nvCxnSpPr>
          <p:cNvPr id="20" name="">
            <a:extLst xmlns:a="http://schemas.openxmlformats.org/drawingml/2006/main">
              <a:ext uri="{FF2B5EF4-FFF2-40B4-BE49-F238E27FC236}">
                <a16:creationId xmlns:a16="http://schemas.microsoft.com/office/drawing/2014/main" id="{BF14F7A6-0BB0-42BF-9EEA-53697E264411}"/>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B9674F"/>
            </a:solidFill>
            <a:prstDash val="solid"/>
            <a:headEnd type="triangle" w="sm" len="sm"/>
          </a:ln>
        </p:spPr>
      </p:cxnSp>
      <p:cxnSp>
        <p:nvCxnSpPr>
          <p:cNvPr id="19" name="">
            <a:extLst xmlns:a="http://schemas.openxmlformats.org/drawingml/2006/main">
              <a:ext uri="{FF2B5EF4-FFF2-40B4-BE49-F238E27FC236}">
                <a16:creationId xmlns:a16="http://schemas.microsoft.com/office/drawing/2014/main" id="{16237044-E0C7-4C7E-ACD6-BD49522E18DB}"/>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B9674F"/>
            </a:solidFill>
            <a:prstDash val="solid"/>
            <a:headEnd type="triangle" w="sm" len="sm"/>
          </a:ln>
        </p:spPr>
      </p:cxnSp>
      <p:sp>
        <p:nvSpPr>
          <p:cNvPr id="27" name="">
            <a:extLst xmlns:a="http://schemas.openxmlformats.org/drawingml/2006/main">
              <a:ext uri="{FF2B5EF4-FFF2-40B4-BE49-F238E27FC236}">
                <a16:creationId xmlns:a16="http://schemas.microsoft.com/office/drawing/2014/main" id="{CEBC5FF6-8332-4B24-89EF-F24573DF2EB5}"/>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421700AF-64D7-4668-9D1E-F689FE68BF29}"/>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8452AFDF-3B32-4AE0-85FF-74A565D54CE2}"/>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C65E1782-74A8-491A-AF6B-3B274B437EDB}"/>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7393B6-BAC6-45CB-9C5A-0312198894FF}"/>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D5A5CE35-E503-4B60-AC07-1631288AA731}"/>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94E3D6D1-D6E7-49A2-8783-CE59D5A6D653}"/>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81BF5C6-5179-43E3-8CE4-223E98C050AB}"/>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FB3F93CE-5E50-426A-AEA2-7E6699BBB73B}"/>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A6A1347C-2CA5-4718-BFBB-CA6C6588CDB5}"/>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1E7E7AF-2970-48D7-8586-B56DBA59EE02}"/>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A4D82955-BE43-48F2-844F-FB6CF78288E5}"/>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105C89F4-6A7D-4C72-8DC5-B20FE06623D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9E66B4-E522-43FD-86B0-DD6D4DE805FB}"/>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F3B0E29B-7E6F-4169-AE59-02A00B3E8FF8}"/>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0CDCD81A-F6F3-41CE-897F-07C0B989963E}"/>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A923E9-DE7C-4B64-B40C-6E1A58CB3028}"/>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8A9CF200-97C7-4656-81BF-697A1D8A9232}"/>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DE3AD118-D47E-4D48-B306-4B20F0E55350}"/>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2000"/>
              </a:lnSpc>
              <a:buNone/>
              <a:defRPr sz="1800" b="1">
                <a:solidFill>
                  <a:srgbClr val="39463C"/>
                </a:solidFill>
                <a:latin typeface="Arial"/>
                <a:ea typeface="Arial"/>
                <a:cs typeface="Arial"/>
              </a:defRPr>
            </a:pPr>
            <a:r>
              <a:rPr sz="1800" b="1">
                <a:solidFill>
                  <a:srgbClr val="39463C"/>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E7A17FC3-ED8A-4E09-BBF2-E30173092E2A}"/>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24A98937-6720-4D07-8523-29DD6C9022EA}"/>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06</a:t>
            </a:r>
          </a:p>
        </p:txBody>
      </p:sp>
    </p:spTree>
    <p:extLst>
      <p:ext uri="{BB962C8B-B14F-4D97-AF65-F5344CB8AC3E}">
        <p14:creationId xmlns:p14="http://schemas.microsoft.com/office/powerpoint/2010/main" val="2060894317"/>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245F92C8-A612-4796-9B45-DD44DBE7DA42}"/>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9B6874"/>
            </a:solidFill>
            <a:prstDash val="solid"/>
            <a:headEnd type="triangle" w="sm" len="sm"/>
          </a:ln>
        </p:spPr>
      </p:cxnSp>
      <p:cxnSp>
        <p:nvCxnSpPr>
          <p:cNvPr id="22" name="">
            <a:extLst xmlns:a="http://schemas.openxmlformats.org/drawingml/2006/main">
              <a:ext uri="{FF2B5EF4-FFF2-40B4-BE49-F238E27FC236}">
                <a16:creationId xmlns:a16="http://schemas.microsoft.com/office/drawing/2014/main" id="{64886567-B5FF-4993-BB27-03B7C487ECA0}"/>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9B6874"/>
            </a:solidFill>
            <a:prstDash val="solid"/>
            <a:headEnd type="triangle" w="sm" len="sm"/>
          </a:ln>
        </p:spPr>
      </p:cxnSp>
      <p:cxnSp>
        <p:nvCxnSpPr>
          <p:cNvPr id="21" name="">
            <a:extLst xmlns:a="http://schemas.openxmlformats.org/drawingml/2006/main">
              <a:ext uri="{FF2B5EF4-FFF2-40B4-BE49-F238E27FC236}">
                <a16:creationId xmlns:a16="http://schemas.microsoft.com/office/drawing/2014/main" id="{27CCBFDE-0C9A-4B1C-BD3B-FEAB09221D6A}"/>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9B6874"/>
            </a:solidFill>
            <a:prstDash val="solid"/>
            <a:headEnd type="triangle" w="sm" len="sm"/>
          </a:ln>
        </p:spPr>
      </p:cxnSp>
      <p:cxnSp>
        <p:nvCxnSpPr>
          <p:cNvPr id="20" name="">
            <a:extLst xmlns:a="http://schemas.openxmlformats.org/drawingml/2006/main">
              <a:ext uri="{FF2B5EF4-FFF2-40B4-BE49-F238E27FC236}">
                <a16:creationId xmlns:a16="http://schemas.microsoft.com/office/drawing/2014/main" id="{89E43425-B4C4-42F2-A3D5-695E87EF6AF2}"/>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9B6874"/>
            </a:solidFill>
            <a:prstDash val="solid"/>
            <a:headEnd type="triangle" w="sm" len="sm"/>
          </a:ln>
        </p:spPr>
      </p:cxnSp>
      <p:cxnSp>
        <p:nvCxnSpPr>
          <p:cNvPr id="19" name="">
            <a:extLst xmlns:a="http://schemas.openxmlformats.org/drawingml/2006/main">
              <a:ext uri="{FF2B5EF4-FFF2-40B4-BE49-F238E27FC236}">
                <a16:creationId xmlns:a16="http://schemas.microsoft.com/office/drawing/2014/main" id="{FC5B9815-16C3-479D-921B-77E111EBE89A}"/>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9B6874"/>
            </a:solidFill>
            <a:prstDash val="solid"/>
            <a:headEnd type="triangle" w="sm" len="sm"/>
          </a:ln>
        </p:spPr>
      </p:cxnSp>
      <p:sp>
        <p:nvSpPr>
          <p:cNvPr id="27" name="">
            <a:extLst xmlns:a="http://schemas.openxmlformats.org/drawingml/2006/main">
              <a:ext uri="{FF2B5EF4-FFF2-40B4-BE49-F238E27FC236}">
                <a16:creationId xmlns:a16="http://schemas.microsoft.com/office/drawing/2014/main" id="{241B6F30-B871-4AB0-B3D1-0DAD2E33F32A}"/>
              </a:ext>
            </a:extLst>
          </p:cNvPr>
          <p:cNvSpPr>
            <a:spLocks xmlns:a="http://schemas.openxmlformats.org/drawingml/2006/main" noGrp="1"/>
          </p:cNvSpPr>
          <p:nvPr/>
        </p:nvSpPr>
        <p:spPr>
          <a:xfrm xmlns:a="http://schemas.openxmlformats.org/drawingml/2006/main">
            <a:off x="6191250" y="4000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850" b="1">
                <a:solidFill>
                  <a:srgbClr val="39463C"/>
                </a:solidFill>
                <a:latin typeface="Arial"/>
                <a:ea typeface="Arial"/>
                <a:cs typeface="Arial"/>
              </a:defRPr>
            </a:defPPr>
          </a:lstStyle>
          <a:p xmlns:a="http://schemas.openxmlformats.org/drawingml/2006/main">
            <a:pPr algn="r">
              <a:lnSpc>
                <a:spcPct val="100000"/>
              </a:lnSpc>
              <a:buNone/>
              <a:defRPr sz="2850" b="1">
                <a:solidFill>
                  <a:srgbClr val="39463C"/>
                </a:solidFill>
                <a:latin typeface="Arial"/>
                <a:ea typeface="Arial"/>
                <a:cs typeface="Arial"/>
              </a:defRPr>
            </a:pPr>
            <a:r>
              <a:rPr sz="2850" b="1">
                <a:solidFill>
                  <a:srgbClr val="39463C"/>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92788EC4-49DA-4781-B558-F6818778D94E}"/>
              </a:ext>
            </a:extLst>
          </p:cNvPr>
          <p:cNvSpPr>
            <a:spLocks xmlns:a="http://schemas.openxmlformats.org/drawingml/2006/main" noGrp="1"/>
          </p:cNvSpPr>
          <p:nvPr/>
        </p:nvSpPr>
        <p:spPr>
          <a:xfrm xmlns:a="http://schemas.openxmlformats.org/drawingml/2006/main">
            <a:off x="4476750" y="100965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1500" b="0">
                <a:solidFill>
                  <a:srgbClr val="6E746B"/>
                </a:solidFill>
                <a:latin typeface="Arial"/>
                <a:ea typeface="Arial"/>
                <a:cs typeface="Arial"/>
              </a:defRPr>
            </a:defPPr>
          </a:lstStyle>
          <a:p xmlns:a="http://schemas.openxmlformats.org/drawingml/2006/main">
            <a:pPr algn="r">
              <a:lnSpc>
                <a:spcPct val="100000"/>
              </a:lnSpc>
              <a:buNone/>
              <a:defRPr sz="1500" b="0">
                <a:solidFill>
                  <a:srgbClr val="6E746B"/>
                </a:solidFill>
                <a:latin typeface="Arial"/>
                <a:ea typeface="Arial"/>
                <a:cs typeface="Arial"/>
              </a:defRPr>
            </a:pPr>
            <a:r>
              <a:rPr sz="1500" b="0">
                <a:solidFill>
                  <a:srgbClr val="6E746B"/>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7CE03FDF-552E-4365-8A81-DFDDB4C01B8B}"/>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E7624E8A-08F8-40B2-9932-C42353EBE8D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B8651AA-7815-427D-8192-E7E52509CDCA}"/>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A3FFF6C9-9619-4DBD-BC30-57C4EDCC2322}"/>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13680D5A-704D-41E3-971D-8412295CBC75}"/>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F42B123-6E0A-4341-A7FF-9E16347C106A}"/>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BA095AC6-BAD3-4F3F-BC75-315A27B1A290}"/>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BD2BEE1C-9F64-4698-8EB7-0D6E138437EC}"/>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9294A12-9A0A-4D80-A9EB-75E9B4A3C04F}"/>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76BA4303-EC65-41DF-ABC6-CDE789766480}"/>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D0672230-EC66-4ED2-8013-107CCE472E32}"/>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B6B824-9D52-4947-8987-87095E9D536A}"/>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EAE89DA1-5AF7-4F6F-BFED-B2E89BF06766}"/>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BDAAAFCB-334B-4E3F-8772-AF9E5106BEF2}"/>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891FDA1-0A67-4582-9655-F8A696665212}"/>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lnSpc>
                <a:spcPct val="100000"/>
              </a:lnSpc>
              <a:buNone/>
              <a:defRPr sz="2025" b="1">
                <a:solidFill>
                  <a:srgbClr val="FFFFFF"/>
                </a:solidFill>
                <a:latin typeface="Arial"/>
                <a:ea typeface="Arial"/>
                <a:cs typeface="Arial"/>
              </a:defRPr>
            </a:pPr>
            <a:r>
              <a:rPr sz="2025" b="1">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98A38F53-F49C-4D64-AFBD-725D4FFF3B5E}"/>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125" b="0">
                <a:solidFill>
                  <a:srgbClr val="FFFFFF"/>
                </a:solidFill>
                <a:latin typeface="Arial"/>
                <a:ea typeface="Arial"/>
                <a:cs typeface="Arial"/>
              </a:defRPr>
            </a:defPPr>
          </a:lstStyle>
          <a:p xmlns:a="http://schemas.openxmlformats.org/drawingml/2006/main">
            <a:pPr algn="ctr">
              <a:lnSpc>
                <a:spcPct val="90000"/>
              </a:lnSpc>
              <a:buNone/>
              <a:defRPr sz="1125" b="0">
                <a:solidFill>
                  <a:srgbClr val="FFFFFF"/>
                </a:solidFill>
                <a:latin typeface="Arial"/>
                <a:ea typeface="Arial"/>
                <a:cs typeface="Arial"/>
              </a:defRPr>
            </a:pPr>
            <a:r>
              <a:rPr sz="1125" b="0">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6C191E07-FBA6-4758-95BE-EA6C090A0675}"/>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00" b="1">
                <a:solidFill>
                  <a:srgbClr val="39463C"/>
                </a:solidFill>
                <a:latin typeface="Arial"/>
                <a:ea typeface="Arial"/>
                <a:cs typeface="Arial"/>
              </a:defRPr>
            </a:defPPr>
          </a:lstStyle>
          <a:p xmlns:a="http://schemas.openxmlformats.org/drawingml/2006/main">
            <a:pPr algn="ctr">
              <a:lnSpc>
                <a:spcPct val="104000"/>
              </a:lnSpc>
              <a:buNone/>
              <a:defRPr sz="1800" b="1">
                <a:solidFill>
                  <a:srgbClr val="39463C"/>
                </a:solidFill>
                <a:latin typeface="Arial"/>
                <a:ea typeface="Arial"/>
                <a:cs typeface="Arial"/>
              </a:defRPr>
            </a:pPr>
            <a:r>
              <a:rPr sz="1800" b="1">
                <a:solidFill>
                  <a:srgbClr val="39463C"/>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5" name="">
            <a:extLst xmlns:a="http://schemas.openxmlformats.org/drawingml/2006/main">
              <a:ext uri="{FF2B5EF4-FFF2-40B4-BE49-F238E27FC236}">
                <a16:creationId xmlns:a16="http://schemas.microsoft.com/office/drawing/2014/main" id="{DDE73F05-1679-4686-B7AB-6A4C2D7FF419}"/>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a:defRPr sz="900" b="0">
                <a:solidFill>
                  <a:srgbClr val="6E746B"/>
                </a:solidFill>
                <a:latin typeface="Arial"/>
                <a:ea typeface="Arial"/>
                <a:cs typeface="Arial"/>
              </a:defRPr>
            </a:defPPr>
          </a:lstStyle>
          <a:p xmlns:a="http://schemas.openxmlformats.org/drawingml/2006/main">
            <a:pPr algn="l">
              <a:lnSpc>
                <a:spcPct val="100000"/>
              </a:lnSpc>
              <a:buNone/>
              <a:defRPr sz="900" b="0">
                <a:solidFill>
                  <a:srgbClr val="6E746B"/>
                </a:solidFill>
                <a:latin typeface="Arial"/>
                <a:ea typeface="Arial"/>
                <a:cs typeface="Arial"/>
              </a:defRPr>
            </a:pPr>
            <a:r>
              <a:rPr sz="900" b="0">
                <a:solidFill>
                  <a:srgbClr val="6E746B"/>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BF958757-D411-4A1E-9FDF-39D3D0232FF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07</a:t>
            </a:r>
          </a:p>
        </p:txBody>
      </p:sp>
    </p:spTree>
    <p:extLst>
      <p:ext uri="{BB962C8B-B14F-4D97-AF65-F5344CB8AC3E}">
        <p14:creationId xmlns:p14="http://schemas.microsoft.com/office/powerpoint/2010/main" val="1844387686"/>
      </p:ext>
    </p:extLst>
  </p:cSld>
</p:sld>
</file>

<file path=ppt/slides/slide8.xml><?xml version="1.0" encoding="utf-8"?>
<p:sld xmlns:p="http://schemas.openxmlformats.org/presentationml/2006/main">
  <p:cSld>
    <p:bg>
      <p:bgPr>
        <a:solidFill xmlns:a="http://schemas.openxmlformats.org/drawingml/2006/main">
          <a:srgbClr val="7E916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E2B364-253B-4670-AFDC-715301F22F3C}"/>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850" b="1">
                <a:solidFill>
                  <a:srgbClr val="FFFFFF"/>
                </a:solidFill>
                <a:latin typeface="Arial"/>
                <a:ea typeface="Arial"/>
                <a:cs typeface="Arial"/>
              </a:defRPr>
            </a:defPPr>
          </a:lstStyle>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לא באה ללמד רק את מה שלמדתי.</a:t>
            </a:r>
          </a:p>
          <a:p xmlns:a="http://schemas.openxmlformats.org/drawingml/2006/main">
            <a:pPr algn="ctr">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15B5351E-B23F-4CB2-80BA-A5D4FF985983}"/>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C7A15A"/>
            </a:solidFill>
            <a:prstDash val="solid"/>
          </a:ln>
        </p:spPr>
      </p:sp>
      <p:sp>
        <p:nvSpPr>
          <p:cNvPr id="3" name="">
            <a:extLst xmlns:a="http://schemas.openxmlformats.org/drawingml/2006/main">
              <a:ext uri="{FF2B5EF4-FFF2-40B4-BE49-F238E27FC236}">
                <a16:creationId xmlns:a16="http://schemas.microsoft.com/office/drawing/2014/main" id="{61FA78F4-AAF0-4399-BC7F-FA5B90948F88}"/>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350" b="1">
                <a:solidFill>
                  <a:srgbClr val="EEE6DA"/>
                </a:solidFill>
                <a:latin typeface="Arial"/>
                <a:ea typeface="Arial"/>
                <a:cs typeface="Arial"/>
              </a:defRPr>
            </a:defPPr>
          </a:lstStyle>
          <a:p xmlns:a="http://schemas.openxmlformats.org/drawingml/2006/main">
            <a:pPr algn="ctr">
              <a:lnSpc>
                <a:spcPct val="100000"/>
              </a:lnSpc>
              <a:buNone/>
              <a:defRPr sz="1350" b="1">
                <a:solidFill>
                  <a:srgbClr val="EEE6DA"/>
                </a:solidFill>
                <a:latin typeface="Arial"/>
                <a:ea typeface="Arial"/>
                <a:cs typeface="Arial"/>
              </a:defRPr>
            </a:pPr>
            <a:r>
              <a:rPr sz="1350" b="1">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7638D1F3-8D51-46C7-8259-23D949A4FA25}"/>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2400" b="0">
                <a:solidFill>
                  <a:srgbClr val="FFFFFF"/>
                </a:solidFill>
                <a:latin typeface="Arial"/>
                <a:ea typeface="Arial"/>
                <a:cs typeface="Arial"/>
              </a:defRPr>
            </a:defPPr>
          </a:lstStyle>
          <a:p xmlns:a="http://schemas.openxmlformats.org/drawingml/2006/main">
            <a:pPr algn="ctr">
              <a:lnSpc>
                <a:spcPct val="100000"/>
              </a:lnSpc>
              <a:buNone/>
              <a:defRPr sz="2400" b="0">
                <a:solidFill>
                  <a:srgbClr val="FFFFFF"/>
                </a:solidFill>
                <a:latin typeface="Arial"/>
                <a:ea typeface="Arial"/>
                <a:cs typeface="Arial"/>
              </a:defRPr>
            </a:pPr>
            <a:r>
              <a:rPr sz="2400" b="0">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9267634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2026-10-01T03:51:08.0890000Z</dcterms:created>
  <dcterms:modified xsi:type="dcterms:W3CDTF">2026-10-01T03:51:08.0900000Z</dcterms:modified>
</coreProperties>
</file>