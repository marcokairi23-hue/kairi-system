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fdcfd66cf84196" /><Relationship Type="http://schemas.openxmlformats.org/officeDocument/2006/relationships/extended-properties" Target="/docProps/app.xml" Id="Rc80d315edec24f39" /><Relationship Type="http://schemas.openxmlformats.org/officeDocument/2006/relationships/officeDocument" Target="/ppt/presentation.xml" Id="R08cfdc6364614b51" /></Relationships>
</file>

<file path=ppt/presentation.xml><?xml version="1.0" encoding="utf-8"?>
<p:presentation xmlns:p="http://schemas.openxmlformats.org/presentationml/2006/main">
  <p:sldMasterIdLst>
    <p:sldMasterId xmlns:r="http://schemas.openxmlformats.org/officeDocument/2006/relationships" id="2147483648" r:id="Rfe0afb5e1b7146d9"/>
  </p:sldMasterIdLst>
  <p:notesMasterIdLst>
    <p:notesMasterId xmlns:r="http://schemas.openxmlformats.org/officeDocument/2006/relationships" r:id="R3bc699d8186044f9"/>
  </p:notesMasterIdLst>
  <p:sldIdLst>
    <p:sldId xmlns:r="http://schemas.openxmlformats.org/officeDocument/2006/relationships" id="256" r:id="R3b4ed4392c774874"/>
    <p:sldId xmlns:r="http://schemas.openxmlformats.org/officeDocument/2006/relationships" id="257" r:id="R83036f0980f446ea"/>
    <p:sldId xmlns:r="http://schemas.openxmlformats.org/officeDocument/2006/relationships" id="258" r:id="Rd8fb9bd4fe204e89"/>
    <p:sldId xmlns:r="http://schemas.openxmlformats.org/officeDocument/2006/relationships" id="259" r:id="R67919629076249d6"/>
    <p:sldId xmlns:r="http://schemas.openxmlformats.org/officeDocument/2006/relationships" id="260" r:id="R74f5396d962e4704"/>
    <p:sldId xmlns:r="http://schemas.openxmlformats.org/officeDocument/2006/relationships" id="261" r:id="R1f2f8f30abf64dea"/>
    <p:sldId xmlns:r="http://schemas.openxmlformats.org/officeDocument/2006/relationships" id="262" r:id="Re47389cd9b184f4f"/>
    <p:sldId xmlns:r="http://schemas.openxmlformats.org/officeDocument/2006/relationships" id="263" r:id="R3a781244f02548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03cb83b385440c" /><Relationship Type="http://schemas.openxmlformats.org/officeDocument/2006/relationships/slideMaster" Target="/ppt/slideMasters/slideMaster1.xml" Id="Rfe0afb5e1b7146d9" /><Relationship Type="http://schemas.openxmlformats.org/officeDocument/2006/relationships/notesMaster" Target="/ppt/notesMasters/notesMaster1.xml" Id="R3bc699d8186044f9" /><Relationship Type="http://schemas.openxmlformats.org/officeDocument/2006/relationships/presProps" Target="/ppt/presProps.xml" Id="R44d89937a398400b" /><Relationship Type="http://schemas.openxmlformats.org/officeDocument/2006/relationships/tableStyles" Target="/ppt/tableStyles.xml" Id="R36d128dac9004c9f" /><Relationship Type="http://schemas.openxmlformats.org/officeDocument/2006/relationships/slide" Target="/ppt/slides/slide1.xml" Id="R3b4ed4392c774874" /><Relationship Type="http://schemas.openxmlformats.org/officeDocument/2006/relationships/slide" Target="/ppt/slides/slide2.xml" Id="R83036f0980f446ea" /><Relationship Type="http://schemas.openxmlformats.org/officeDocument/2006/relationships/slide" Target="/ppt/slides/slide3.xml" Id="Rd8fb9bd4fe204e89" /><Relationship Type="http://schemas.openxmlformats.org/officeDocument/2006/relationships/slide" Target="/ppt/slides/slide4.xml" Id="R67919629076249d6" /><Relationship Type="http://schemas.openxmlformats.org/officeDocument/2006/relationships/slide" Target="/ppt/slides/slide5.xml" Id="R74f5396d962e4704" /><Relationship Type="http://schemas.openxmlformats.org/officeDocument/2006/relationships/slide" Target="/ppt/slides/slide6.xml" Id="R1f2f8f30abf64dea" /><Relationship Type="http://schemas.openxmlformats.org/officeDocument/2006/relationships/slide" Target="/ppt/slides/slide7.xml" Id="Re47389cd9b184f4f" /><Relationship Type="http://schemas.openxmlformats.org/officeDocument/2006/relationships/slide" Target="/ppt/slides/slide8.xml" Id="R3a781244f02548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12c78ac1c643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06e51cff2c4cef" /><Relationship Type="http://schemas.openxmlformats.org/officeDocument/2006/relationships/notesMaster" Target="/ppt/notesMasters/notesMaster1.xml" Id="R153213fe3f2d4c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a68c1d06834c61" /><Relationship Type="http://schemas.openxmlformats.org/officeDocument/2006/relationships/notesMaster" Target="/ppt/notesMasters/notesMaster1.xml" Id="Rc7f3ac46dbeb49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b0b9dc1c63498f" /><Relationship Type="http://schemas.openxmlformats.org/officeDocument/2006/relationships/notesMaster" Target="/ppt/notesMasters/notesMaster1.xml" Id="R07fbd4ce0ad241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d382a0333f47a2" /><Relationship Type="http://schemas.openxmlformats.org/officeDocument/2006/relationships/notesMaster" Target="/ppt/notesMasters/notesMaster1.xml" Id="R05cb2c41f81d45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f6980da28a4674" /><Relationship Type="http://schemas.openxmlformats.org/officeDocument/2006/relationships/notesMaster" Target="/ppt/notesMasters/notesMaster1.xml" Id="R8d83746d066143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80381d379a4034" /><Relationship Type="http://schemas.openxmlformats.org/officeDocument/2006/relationships/notesMaster" Target="/ppt/notesMasters/notesMaster1.xml" Id="R8d6c0a35203b49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962f155c4c4875" /><Relationship Type="http://schemas.openxmlformats.org/officeDocument/2006/relationships/notesMaster" Target="/ppt/notesMasters/notesMaster1.xml" Id="R3d6b118ed4b940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e830adff254a5e" /><Relationship Type="http://schemas.openxmlformats.org/officeDocument/2006/relationships/notesMaster" Target="/ppt/notesMasters/notesMaster1.xml" Id="R9c23fd2cf00044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7ad7bac9444b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1b8336609b43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dcc4b2035843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c67e4aef2942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ec39cff0934c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348a1d137f43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C361C2-04FC-4EEB-A111-5FEC99CCC2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207ED6-E5A2-46DB-BB37-AEB076C961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B236BC-7E31-4518-83CF-88034A1826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084771-538E-4C31-ABCF-A773030EEF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329F1E-E95A-445A-AC75-318C34D7665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3DC7C1-60B0-4498-B70B-1D891B2E11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E99289-1FF5-41F0-8BA2-7FED34DEF7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FF290F-5894-4F45-83C9-083F8F94770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210FFB-EEE3-454D-8B33-4B8F301C46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638408-FC5D-4CA0-9941-E477C16E36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8c30bcba29470a" /><Relationship Type="http://schemas.openxmlformats.org/officeDocument/2006/relationships/slideLayout" Target="/ppt/slideLayouts/slideLayout1.xml" Id="R567f7b3fa921494b" /><Relationship Type="http://schemas.openxmlformats.org/officeDocument/2006/relationships/slideLayout" Target="/ppt/slideLayouts/slideLayout2.xml" Id="Rd6cbf695f2d94478" /><Relationship Type="http://schemas.openxmlformats.org/officeDocument/2006/relationships/slideLayout" Target="/ppt/slideLayouts/slideLayout3.xml" Id="R984e7dd638434f39" /><Relationship Type="http://schemas.openxmlformats.org/officeDocument/2006/relationships/slideLayout" Target="/ppt/slideLayouts/slideLayout4.xml" Id="R07d475a664bb4e91" /><Relationship Type="http://schemas.openxmlformats.org/officeDocument/2006/relationships/slideLayout" Target="/ppt/slideLayouts/slideLayout5.xml" Id="Rd5941f232b3c413b" /><Relationship Type="http://schemas.openxmlformats.org/officeDocument/2006/relationships/slideLayout" Target="/ppt/slideLayouts/slideLayout6.xml" Id="R62a92c5739fd48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7f7b3fa921494b"/>
    <p:sldLayoutId xmlns:r="http://schemas.openxmlformats.org/officeDocument/2006/relationships" id="2147483650" r:id="Rd6cbf695f2d94478"/>
    <p:sldLayoutId xmlns:r="http://schemas.openxmlformats.org/officeDocument/2006/relationships" id="2147483651" r:id="R984e7dd638434f39"/>
    <p:sldLayoutId xmlns:r="http://schemas.openxmlformats.org/officeDocument/2006/relationships" id="2147483652" r:id="R07d475a664bb4e91"/>
    <p:sldLayoutId xmlns:r="http://schemas.openxmlformats.org/officeDocument/2006/relationships" id="2147483653" r:id="Rd5941f232b3c413b"/>
    <p:sldLayoutId xmlns:r="http://schemas.openxmlformats.org/officeDocument/2006/relationships" id="2147483654" r:id="R62a92c5739fd48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a14478c325497f" /><Relationship Type="http://schemas.openxmlformats.org/officeDocument/2006/relationships/image" Target="/ppt/media/image.png" Id="R20d5a0f80c4642a5" /><Relationship Type="http://schemas.openxmlformats.org/officeDocument/2006/relationships/notesSlide" Target="/ppt/notesSlides/notesSlide1.xml" Id="R898296e2e39241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df233d8e3c64f46" /><Relationship Type="http://schemas.openxmlformats.org/officeDocument/2006/relationships/notesSlide" Target="/ppt/notesSlides/notesSlide2.xml" Id="Rff57e3dfc73247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4d13f774d9f45aa" /><Relationship Type="http://schemas.openxmlformats.org/officeDocument/2006/relationships/notesSlide" Target="/ppt/notesSlides/notesSlide3.xml" Id="R5bde94e453d34b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bda7c50def4081" /><Relationship Type="http://schemas.openxmlformats.org/officeDocument/2006/relationships/notesSlide" Target="/ppt/notesSlides/notesSlide4.xml" Id="Rb578310b99eb48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a3f242b19f4a6c" /><Relationship Type="http://schemas.openxmlformats.org/officeDocument/2006/relationships/notesSlide" Target="/ppt/notesSlides/notesSlide5.xml" Id="R7d7373dec1f04d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a9ad939a16467c" /><Relationship Type="http://schemas.openxmlformats.org/officeDocument/2006/relationships/notesSlide" Target="/ppt/notesSlides/notesSlide6.xml" Id="R7b1a398396db4d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4549deb8484230" /><Relationship Type="http://schemas.openxmlformats.org/officeDocument/2006/relationships/notesSlide" Target="/ppt/notesSlides/notesSlide7.xml" Id="R4724be5f5e4447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d8ee5c3f974ba8" /><Relationship Type="http://schemas.openxmlformats.org/officeDocument/2006/relationships/notesSlide" Target="/ppt/notesSlides/notesSlide8.xml" Id="R52aa3776a8214fdc" /></Relationships>
</file>

<file path=ppt/slides/slide1.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AA35BA62-3C00-4699-AF4E-69682C8050F7}"/>
              </a:ext>
            </a:extLst>
          </p:cNvPr>
          <p:cNvPicPr>
            <a:picLocks xmlns:a="http://schemas.openxmlformats.org/drawingml/2006/main" noChangeAspect="1"/>
          </p:cNvPicPr>
          <p:nvPr/>
        </p:nvPicPr>
        <p:blipFill>
          <a:blip xmlns:r="http://schemas.openxmlformats.org/officeDocument/2006/relationships" xmlns:a="http://schemas.openxmlformats.org/drawingml/2006/main" r:embed="R20d5a0f80c4642a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027CB9-E0B7-4958-901B-C745BF1162AA}"/>
              </a:ext>
            </a:extLst>
          </p:cNvPr>
          <p:cNvSpPr>
            <a:spLocks xmlns:a="http://schemas.openxmlformats.org/drawingml/2006/main" noGrp="1"/>
          </p:cNvSpPr>
          <p:nvPr/>
        </p:nvSpPr>
        <p:spPr>
          <a:xfrm xmlns:a="http://schemas.openxmlformats.org/drawingml/2006/main">
            <a:off x="6572250" y="1619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3600" b="1">
                <a:solidFill>
                  <a:srgbClr val="28342F"/>
                </a:solidFill>
                <a:latin typeface="Arial"/>
                <a:ea typeface="Arial"/>
                <a:cs typeface="Arial"/>
              </a:defRPr>
            </a:defPPr>
          </a:lstStyle>
          <a:p xmlns:a="http://schemas.openxmlformats.org/drawingml/2006/main">
            <a:pPr algn="r">
              <a:lnSpc>
                <a:spcPct val="100000"/>
              </a:lnSpc>
              <a:buNone/>
              <a:defRPr sz="3600" b="1">
                <a:solidFill>
                  <a:srgbClr val="28342F"/>
                </a:solidFill>
                <a:latin typeface="Arial"/>
                <a:ea typeface="Arial"/>
                <a:cs typeface="Arial"/>
              </a:defRPr>
            </a:pPr>
            <a:r>
              <a:rPr sz="3600" b="1">
                <a:solidFill>
                  <a:srgbClr val="28342F"/>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9EEB44AD-0873-4BDE-9D0D-67C5936B3CFB}"/>
              </a:ext>
            </a:extLst>
          </p:cNvPr>
          <p:cNvSpPr>
            <a:spLocks xmlns:a="http://schemas.openxmlformats.org/drawingml/2006/main" noGrp="1"/>
          </p:cNvSpPr>
          <p:nvPr/>
        </p:nvSpPr>
        <p:spPr>
          <a:xfrm xmlns:a="http://schemas.openxmlformats.org/drawingml/2006/main">
            <a:off x="6572250" y="24955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75" b="0">
                <a:solidFill>
                  <a:srgbClr val="28342F"/>
                </a:solidFill>
                <a:latin typeface="Arial"/>
                <a:ea typeface="Arial"/>
                <a:cs typeface="Arial"/>
              </a:defRPr>
            </a:defPPr>
          </a:lstStyle>
          <a:p xmlns:a="http://schemas.openxmlformats.org/drawingml/2006/main">
            <a:pPr algn="r">
              <a:lnSpc>
                <a:spcPct val="105000"/>
              </a:lnSpc>
              <a:buNone/>
              <a:defRPr sz="1875" b="0">
                <a:solidFill>
                  <a:srgbClr val="28342F"/>
                </a:solidFill>
                <a:latin typeface="Arial"/>
                <a:ea typeface="Arial"/>
                <a:cs typeface="Arial"/>
              </a:defRPr>
            </a:pPr>
            <a:r>
              <a:rPr sz="1875" b="0">
                <a:solidFill>
                  <a:srgbClr val="28342F"/>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7F41EBA5-3B56-4AA2-B62A-80AB95F2C030}"/>
              </a:ext>
            </a:extLst>
          </p:cNvPr>
          <p:cNvSpPr>
            <a:spLocks xmlns:a="http://schemas.openxmlformats.org/drawingml/2006/main" noGrp="1"/>
          </p:cNvSpPr>
          <p:nvPr/>
        </p:nvSpPr>
        <p:spPr>
          <a:xfrm xmlns:a="http://schemas.openxmlformats.org/drawingml/2006/main">
            <a:off x="6572250" y="3286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6B6A64"/>
                </a:solidFill>
                <a:latin typeface="Arial"/>
                <a:ea typeface="Arial"/>
                <a:cs typeface="Arial"/>
              </a:defRPr>
            </a:defPPr>
          </a:lstStyle>
          <a:p xmlns:a="http://schemas.openxmlformats.org/drawingml/2006/main">
            <a:pPr algn="r">
              <a:lnSpc>
                <a:spcPct val="100000"/>
              </a:lnSpc>
              <a:buNone/>
              <a:defRPr sz="1275" b="0">
                <a:solidFill>
                  <a:srgbClr val="6B6A64"/>
                </a:solidFill>
                <a:latin typeface="Arial"/>
                <a:ea typeface="Arial"/>
                <a:cs typeface="Arial"/>
              </a:defRPr>
            </a:pPr>
            <a:r>
              <a:rPr sz="1275" b="0">
                <a:solidFill>
                  <a:srgbClr val="6B6A64"/>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1330069887"/>
      </p:ext>
    </p:extLst>
  </p:cSld>
</p:sld>
</file>

<file path=ppt/slides/slide2.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45FCADA-F026-4C0A-8877-89858C094EA9}"/>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BD18FE-9DD4-46B8-8960-7836627204B0}"/>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מהי קינסיולוגיה מעשית</a:t>
            </a:r>
          </a:p>
        </p:txBody>
      </p:sp>
      <p:sp>
        <p:nvSpPr>
          <p:cNvPr id="3" name="">
            <a:extLst xmlns:a="http://schemas.openxmlformats.org/drawingml/2006/main">
              <a:ext uri="{FF2B5EF4-FFF2-40B4-BE49-F238E27FC236}">
                <a16:creationId xmlns:a16="http://schemas.microsoft.com/office/drawing/2014/main" id="{D53A6AE6-9FF5-43CE-94E5-60489779C9CF}"/>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גישה טיפולית אישית שנבנתה מתוך לימוד, ניסיון והקשבה</a:t>
            </a:r>
          </a:p>
        </p:txBody>
      </p:sp>
      <p:sp>
        <p:nvSpPr>
          <p:cNvPr id="4" name="">
            <a:extLst xmlns:a="http://schemas.openxmlformats.org/drawingml/2006/main">
              <a:ext uri="{FF2B5EF4-FFF2-40B4-BE49-F238E27FC236}">
                <a16:creationId xmlns:a16="http://schemas.microsoft.com/office/drawing/2014/main" id="{E1F7AC06-2DDE-4277-B49C-E2042285F252}"/>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E6E0FC4C-AB93-41C7-B127-6FF3FC6A2BCF}"/>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550" b="1">
                <a:solidFill>
                  <a:srgbClr val="A65F48"/>
                </a:solidFill>
                <a:latin typeface="Arial"/>
                <a:ea typeface="Arial"/>
                <a:cs typeface="Arial"/>
              </a:defRPr>
            </a:defPPr>
          </a:lstStyle>
          <a:p xmlns:a="http://schemas.openxmlformats.org/drawingml/2006/main">
            <a:pPr algn="r">
              <a:lnSpc>
                <a:spcPct val="95000"/>
              </a:lnSpc>
              <a:buNone/>
              <a:defRPr sz="2550" b="1">
                <a:solidFill>
                  <a:srgbClr val="A65F48"/>
                </a:solidFill>
                <a:latin typeface="Arial"/>
                <a:ea typeface="Arial"/>
                <a:cs typeface="Arial"/>
              </a:defRPr>
            </a:pPr>
            <a:r>
              <a:rPr sz="2550" b="1">
                <a:solidFill>
                  <a:srgbClr val="A65F48"/>
                </a:solidFill>
                <a:latin typeface="Arial"/>
                <a:ea typeface="Arial"/>
                <a:cs typeface="Arial"/>
              </a:rPr>
              <a:t>תגובה של שריר משמשת כמשוב בתוך שיחה טיפולית</a:t>
            </a:r>
          </a:p>
        </p:txBody>
      </p:sp>
      <p:sp>
        <p:nvSpPr>
          <p:cNvPr id="6" name="">
            <a:extLst xmlns:a="http://schemas.openxmlformats.org/drawingml/2006/main">
              <a:ext uri="{FF2B5EF4-FFF2-40B4-BE49-F238E27FC236}">
                <a16:creationId xmlns:a16="http://schemas.microsoft.com/office/drawing/2014/main" id="{797D4D7C-48C8-4C9B-9ADA-367B096A71CB}"/>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00" b="0">
                <a:solidFill>
                  <a:srgbClr val="28342F"/>
                </a:solidFill>
                <a:latin typeface="Arial"/>
                <a:ea typeface="Arial"/>
                <a:cs typeface="Arial"/>
              </a:defRPr>
            </a:defPPr>
          </a:lstStyle>
          <a:p xmlns:a="http://schemas.openxmlformats.org/drawingml/2006/main">
            <a:pPr algn="r">
              <a:lnSpc>
                <a:spcPct val="108000"/>
              </a:lnSpc>
              <a:buNone/>
              <a:defRPr sz="1800" b="0">
                <a:solidFill>
                  <a:srgbClr val="28342F"/>
                </a:solidFill>
                <a:latin typeface="Arial"/>
                <a:ea typeface="Arial"/>
                <a:cs typeface="Arial"/>
              </a:defRPr>
            </a:pPr>
            <a:r>
              <a:rPr sz="1800" b="0">
                <a:solidFill>
                  <a:srgbClr val="28342F"/>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7" name="">
            <a:extLst xmlns:a="http://schemas.openxmlformats.org/drawingml/2006/main">
              <a:ext uri="{FF2B5EF4-FFF2-40B4-BE49-F238E27FC236}">
                <a16:creationId xmlns:a16="http://schemas.microsoft.com/office/drawing/2014/main" id="{EE7C86A2-BF5C-41A6-8FD8-D1704E6CCB56}"/>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BF8F1"/>
          </a:solidFill>
          <a:ln xmlns:a="http://schemas.openxmlformats.org/drawingml/2006/main" w="19050">
            <a:solidFill>
              <a:srgbClr val="D2C5B5"/>
            </a:solidFill>
            <a:prstDash val="solid"/>
          </a:ln>
        </p:spPr>
      </p:sp>
      <p:sp>
        <p:nvSpPr>
          <p:cNvPr id="8" name="">
            <a:extLst xmlns:a="http://schemas.openxmlformats.org/drawingml/2006/main">
              <a:ext uri="{FF2B5EF4-FFF2-40B4-BE49-F238E27FC236}">
                <a16:creationId xmlns:a16="http://schemas.microsoft.com/office/drawing/2014/main" id="{52A4613F-1DD0-4E5C-9030-A9AEBAD285F1}"/>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314B40"/>
                </a:solidFill>
                <a:latin typeface="Arial"/>
                <a:ea typeface="Arial"/>
                <a:cs typeface="Arial"/>
              </a:defRPr>
            </a:defPPr>
          </a:lstStyle>
          <a:p xmlns:a="http://schemas.openxmlformats.org/drawingml/2006/main">
            <a:pPr algn="ctr">
              <a:lnSpc>
                <a:spcPct val="100000"/>
              </a:lnSpc>
              <a:buNone/>
              <a:defRPr sz="2325" b="1">
                <a:solidFill>
                  <a:srgbClr val="314B40"/>
                </a:solidFill>
                <a:latin typeface="Arial"/>
                <a:ea typeface="Arial"/>
                <a:cs typeface="Arial"/>
              </a:defRPr>
            </a:pPr>
            <a:r>
              <a:rPr sz="2325" b="1">
                <a:solidFill>
                  <a:srgbClr val="314B40"/>
                </a:solidFill>
                <a:latin typeface="Arial"/>
                <a:ea typeface="Arial"/>
                <a:cs typeface="Arial"/>
              </a:rPr>
              <a:t>הגוף</a:t>
            </a:r>
          </a:p>
        </p:txBody>
      </p:sp>
      <p:sp>
        <p:nvSpPr>
          <p:cNvPr id="9" name="">
            <a:extLst xmlns:a="http://schemas.openxmlformats.org/drawingml/2006/main">
              <a:ext uri="{FF2B5EF4-FFF2-40B4-BE49-F238E27FC236}">
                <a16:creationId xmlns:a16="http://schemas.microsoft.com/office/drawing/2014/main" id="{5F39CA4E-E373-4F08-87ED-3A3C10FDDAEA}"/>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A65F48"/>
                </a:solidFill>
                <a:latin typeface="Arial"/>
                <a:ea typeface="Arial"/>
                <a:cs typeface="Arial"/>
              </a:defRPr>
            </a:defPPr>
          </a:lstStyle>
          <a:p xmlns:a="http://schemas.openxmlformats.org/drawingml/2006/main">
            <a:pPr algn="ctr">
              <a:lnSpc>
                <a:spcPct val="100000"/>
              </a:lnSpc>
              <a:buNone/>
              <a:defRPr sz="2325" b="1">
                <a:solidFill>
                  <a:srgbClr val="A65F48"/>
                </a:solidFill>
                <a:latin typeface="Arial"/>
                <a:ea typeface="Arial"/>
                <a:cs typeface="Arial"/>
              </a:defRPr>
            </a:pPr>
            <a:r>
              <a:rPr sz="2325" b="1">
                <a:solidFill>
                  <a:srgbClr val="A65F48"/>
                </a:solidFill>
                <a:latin typeface="Arial"/>
                <a:ea typeface="Arial"/>
                <a:cs typeface="Arial"/>
              </a:rPr>
              <a:t>משוב</a:t>
            </a:r>
          </a:p>
        </p:txBody>
      </p:sp>
      <p:sp>
        <p:nvSpPr>
          <p:cNvPr id="10" name="">
            <a:extLst xmlns:a="http://schemas.openxmlformats.org/drawingml/2006/main">
              <a:ext uri="{FF2B5EF4-FFF2-40B4-BE49-F238E27FC236}">
                <a16:creationId xmlns:a16="http://schemas.microsoft.com/office/drawing/2014/main" id="{6873EFD3-303C-4401-B642-485F1F1154D1}"/>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526D69"/>
                </a:solidFill>
                <a:latin typeface="Arial"/>
                <a:ea typeface="Arial"/>
                <a:cs typeface="Arial"/>
              </a:defRPr>
            </a:defPPr>
          </a:lstStyle>
          <a:p xmlns:a="http://schemas.openxmlformats.org/drawingml/2006/main">
            <a:pPr algn="ctr">
              <a:lnSpc>
                <a:spcPct val="100000"/>
              </a:lnSpc>
              <a:buNone/>
              <a:defRPr sz="2325" b="1">
                <a:solidFill>
                  <a:srgbClr val="526D69"/>
                </a:solidFill>
                <a:latin typeface="Arial"/>
                <a:ea typeface="Arial"/>
                <a:cs typeface="Arial"/>
              </a:defRPr>
            </a:pPr>
            <a:r>
              <a:rPr sz="2325" b="1">
                <a:solidFill>
                  <a:srgbClr val="526D69"/>
                </a:solidFill>
                <a:latin typeface="Arial"/>
                <a:ea typeface="Arial"/>
                <a:cs typeface="Arial"/>
              </a:rPr>
              <a:t>הקשבה</a:t>
            </a:r>
          </a:p>
        </p:txBody>
      </p:sp>
      <p:sp>
        <p:nvSpPr>
          <p:cNvPr id="11" name="">
            <a:extLst xmlns:a="http://schemas.openxmlformats.org/drawingml/2006/main">
              <a:ext uri="{FF2B5EF4-FFF2-40B4-BE49-F238E27FC236}">
                <a16:creationId xmlns:a16="http://schemas.microsoft.com/office/drawing/2014/main" id="{CCFA4080-82B4-49A6-A548-0A9F7D3EB577}"/>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B6A64"/>
                </a:solidFill>
                <a:latin typeface="Arial"/>
                <a:ea typeface="Arial"/>
                <a:cs typeface="Arial"/>
              </a:defRPr>
            </a:defPPr>
          </a:lstStyle>
          <a:p xmlns:a="http://schemas.openxmlformats.org/drawingml/2006/main">
            <a:pPr algn="ctr">
              <a:lnSpc>
                <a:spcPct val="100000"/>
              </a:lnSpc>
              <a:buNone/>
              <a:defRPr sz="1050" b="0">
                <a:solidFill>
                  <a:srgbClr val="6B6A64"/>
                </a:solidFill>
                <a:latin typeface="Arial"/>
                <a:ea typeface="Arial"/>
                <a:cs typeface="Arial"/>
              </a:defRPr>
            </a:pPr>
            <a:r>
              <a:rPr sz="1050" b="0">
                <a:solidFill>
                  <a:srgbClr val="6B6A64"/>
                </a:solidFill>
                <a:latin typeface="Arial"/>
                <a:ea typeface="Arial"/>
                <a:cs typeface="Arial"/>
              </a:rPr>
              <a:t>המצגת מציגה תפיסות טיפוליות ומסורות מקצועיות. היא אינה תחליף לאבחון או טיפול רפואי.</a:t>
            </a:r>
          </a:p>
        </p:txBody>
      </p:sp>
      <p:sp>
        <p:nvSpPr>
          <p:cNvPr id="12" name="">
            <a:extLst xmlns:a="http://schemas.openxmlformats.org/drawingml/2006/main">
              <a:ext uri="{FF2B5EF4-FFF2-40B4-BE49-F238E27FC236}">
                <a16:creationId xmlns:a16="http://schemas.microsoft.com/office/drawing/2014/main" id="{7D196F13-6D6C-4120-B8AD-42AB3AC96809}"/>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13" name="">
            <a:extLst xmlns:a="http://schemas.openxmlformats.org/drawingml/2006/main">
              <a:ext uri="{FF2B5EF4-FFF2-40B4-BE49-F238E27FC236}">
                <a16:creationId xmlns:a16="http://schemas.microsoft.com/office/drawing/2014/main" id="{4CCDE8D2-81C7-4A01-B7FC-8DCBE588C5B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02</a:t>
            </a:r>
          </a:p>
        </p:txBody>
      </p:sp>
    </p:spTree>
    <p:extLst>
      <p:ext uri="{BB962C8B-B14F-4D97-AF65-F5344CB8AC3E}">
        <p14:creationId xmlns:p14="http://schemas.microsoft.com/office/powerpoint/2010/main" val="551292380"/>
      </p:ext>
    </p:extLst>
  </p:cSld>
</p:sld>
</file>

<file path=ppt/slides/slide3.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E062F16-4C25-4A6D-B11D-7904AAEDCE64}"/>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30E820-C0A5-4754-A74F-CD4D0CB4C961}"/>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התפתחות הקינסיולוגיה המעשית</a:t>
            </a:r>
          </a:p>
        </p:txBody>
      </p:sp>
      <p:sp>
        <p:nvSpPr>
          <p:cNvPr id="3" name="">
            <a:extLst xmlns:a="http://schemas.openxmlformats.org/drawingml/2006/main">
              <a:ext uri="{FF2B5EF4-FFF2-40B4-BE49-F238E27FC236}">
                <a16:creationId xmlns:a16="http://schemas.microsoft.com/office/drawing/2014/main" id="{CA923414-031E-4F70-B765-03865565B26E}"/>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לא ממציא יחיד, אלא שרשרת של רעיונות ושיטות</a:t>
            </a:r>
          </a:p>
        </p:txBody>
      </p:sp>
      <p:sp>
        <p:nvSpPr>
          <p:cNvPr id="4" name="">
            <a:extLst xmlns:a="http://schemas.openxmlformats.org/drawingml/2006/main">
              <a:ext uri="{FF2B5EF4-FFF2-40B4-BE49-F238E27FC236}">
                <a16:creationId xmlns:a16="http://schemas.microsoft.com/office/drawing/2014/main" id="{A1A9244A-4EF1-4350-8FE9-EDF664608271}"/>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66E83E44-4C65-47E0-82C0-0E38915A96CB}"/>
              </a:ext>
            </a:extLst>
          </p:cNvPr>
          <p:cNvSpPr>
            <a:spLocks xmlns:a="http://schemas.openxmlformats.org/drawingml/2006/main" noGrp="1"/>
          </p:cNvSpPr>
          <p:nvPr/>
        </p:nvSpPr>
        <p:spPr>
          <a:xfrm xmlns:a="http://schemas.openxmlformats.org/drawingml/2006/main">
            <a:off x="1066800" y="3219450"/>
            <a:ext cx="10001250" cy="0"/>
          </a:xfrm>
          <a:prstGeom xmlns:a="http://schemas.openxmlformats.org/drawingml/2006/main" prst="line">
            <a:avLst/>
          </a:prstGeom>
          <a:noFill xmlns:a="http://schemas.openxmlformats.org/drawingml/2006/main"/>
          <a:ln xmlns:a="http://schemas.openxmlformats.org/drawingml/2006/main" w="47625">
            <a:solidFill>
              <a:srgbClr val="D2C5B5"/>
            </a:solidFill>
            <a:prstDash val="solid"/>
          </a:ln>
        </p:spPr>
      </p:sp>
      <p:sp>
        <p:nvSpPr>
          <p:cNvPr id="6" name="">
            <a:extLst xmlns:a="http://schemas.openxmlformats.org/drawingml/2006/main">
              <a:ext uri="{FF2B5EF4-FFF2-40B4-BE49-F238E27FC236}">
                <a16:creationId xmlns:a16="http://schemas.microsoft.com/office/drawing/2014/main" id="{3A10B7E7-5B0C-4707-A715-3EB162DF0912}"/>
              </a:ext>
            </a:extLst>
          </p:cNvPr>
          <p:cNvSpPr>
            <a:spLocks xmlns:a="http://schemas.openxmlformats.org/drawingml/2006/main" noGrp="1"/>
          </p:cNvSpPr>
          <p:nvPr/>
        </p:nvSpPr>
        <p:spPr>
          <a:xfrm xmlns:a="http://schemas.openxmlformats.org/drawingml/2006/main">
            <a:off x="1143000" y="2857500"/>
            <a:ext cx="723900" cy="7239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8708474-156C-4701-8B71-5060659193B2}"/>
              </a:ext>
            </a:extLst>
          </p:cNvPr>
          <p:cNvSpPr>
            <a:spLocks xmlns:a="http://schemas.openxmlformats.org/drawingml/2006/main" noGrp="1"/>
          </p:cNvSpPr>
          <p:nvPr/>
        </p:nvSpPr>
        <p:spPr>
          <a:xfrm xmlns:a="http://schemas.openxmlformats.org/drawingml/2006/main">
            <a:off x="11430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5EBAEC2B-73DE-4298-9299-2BBC76920067}"/>
              </a:ext>
            </a:extLst>
          </p:cNvPr>
          <p:cNvSpPr>
            <a:spLocks xmlns:a="http://schemas.openxmlformats.org/drawingml/2006/main" noGrp="1"/>
          </p:cNvSpPr>
          <p:nvPr/>
        </p:nvSpPr>
        <p:spPr>
          <a:xfrm xmlns:a="http://schemas.openxmlformats.org/drawingml/2006/main">
            <a:off x="9715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1915</a:t>
            </a:r>
          </a:p>
        </p:txBody>
      </p:sp>
      <p:sp>
        <p:nvSpPr>
          <p:cNvPr id="9" name="">
            <a:extLst xmlns:a="http://schemas.openxmlformats.org/drawingml/2006/main">
              <a:ext uri="{FF2B5EF4-FFF2-40B4-BE49-F238E27FC236}">
                <a16:creationId xmlns:a16="http://schemas.microsoft.com/office/drawing/2014/main" id="{5771F662-3A44-4286-B843-C86B89AB91A9}"/>
              </a:ext>
            </a:extLst>
          </p:cNvPr>
          <p:cNvSpPr>
            <a:spLocks xmlns:a="http://schemas.openxmlformats.org/drawingml/2006/main" noGrp="1"/>
          </p:cNvSpPr>
          <p:nvPr/>
        </p:nvSpPr>
        <p:spPr>
          <a:xfrm xmlns:a="http://schemas.openxmlformats.org/drawingml/2006/main">
            <a:off x="8572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526D69"/>
                </a:solidFill>
                <a:latin typeface="Arial"/>
                <a:ea typeface="Arial"/>
                <a:cs typeface="Arial"/>
              </a:defRPr>
            </a:defPPr>
          </a:lstStyle>
          <a:p xmlns:a="http://schemas.openxmlformats.org/drawingml/2006/main">
            <a:pPr algn="r">
              <a:lnSpc>
                <a:spcPct val="100000"/>
              </a:lnSpc>
              <a:buNone/>
              <a:defRPr sz="1575" b="1">
                <a:solidFill>
                  <a:srgbClr val="526D69"/>
                </a:solidFill>
                <a:latin typeface="Arial"/>
                <a:ea typeface="Arial"/>
                <a:cs typeface="Arial"/>
              </a:defRPr>
            </a:pPr>
            <a:r>
              <a:rPr sz="1575" b="1">
                <a:solidFill>
                  <a:srgbClr val="526D69"/>
                </a:solidFill>
                <a:latin typeface="Arial"/>
                <a:ea typeface="Arial"/>
                <a:cs typeface="Arial"/>
              </a:rPr>
              <a:t>בדיקות כוח שרירים</a:t>
            </a:r>
          </a:p>
        </p:txBody>
      </p:sp>
      <p:sp>
        <p:nvSpPr>
          <p:cNvPr id="10" name="">
            <a:extLst xmlns:a="http://schemas.openxmlformats.org/drawingml/2006/main">
              <a:ext uri="{FF2B5EF4-FFF2-40B4-BE49-F238E27FC236}">
                <a16:creationId xmlns:a16="http://schemas.microsoft.com/office/drawing/2014/main" id="{F29ADF30-5A2F-44FC-8044-1670F50B6332}"/>
              </a:ext>
            </a:extLst>
          </p:cNvPr>
          <p:cNvSpPr>
            <a:spLocks xmlns:a="http://schemas.openxmlformats.org/drawingml/2006/main" noGrp="1"/>
          </p:cNvSpPr>
          <p:nvPr/>
        </p:nvSpPr>
        <p:spPr>
          <a:xfrm xmlns:a="http://schemas.openxmlformats.org/drawingml/2006/main">
            <a:off x="8572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כלי רפואי ופיזיותרפי להערכת חולשת שרירים</a:t>
            </a:r>
          </a:p>
        </p:txBody>
      </p:sp>
      <p:sp>
        <p:nvSpPr>
          <p:cNvPr id="11" name="">
            <a:extLst xmlns:a="http://schemas.openxmlformats.org/drawingml/2006/main">
              <a:ext uri="{FF2B5EF4-FFF2-40B4-BE49-F238E27FC236}">
                <a16:creationId xmlns:a16="http://schemas.microsoft.com/office/drawing/2014/main" id="{8D33EA0B-DC7F-4596-948A-684EB49D512B}"/>
              </a:ext>
            </a:extLst>
          </p:cNvPr>
          <p:cNvSpPr>
            <a:spLocks xmlns:a="http://schemas.openxmlformats.org/drawingml/2006/main" noGrp="1"/>
          </p:cNvSpPr>
          <p:nvPr/>
        </p:nvSpPr>
        <p:spPr>
          <a:xfrm xmlns:a="http://schemas.openxmlformats.org/drawingml/2006/main">
            <a:off x="3790950" y="2857500"/>
            <a:ext cx="723900" cy="7239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179E75-902B-476F-B551-DADC9D3219DA}"/>
              </a:ext>
            </a:extLst>
          </p:cNvPr>
          <p:cNvSpPr>
            <a:spLocks xmlns:a="http://schemas.openxmlformats.org/drawingml/2006/main" noGrp="1"/>
          </p:cNvSpPr>
          <p:nvPr/>
        </p:nvSpPr>
        <p:spPr>
          <a:xfrm xmlns:a="http://schemas.openxmlformats.org/drawingml/2006/main">
            <a:off x="37909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6DDE26BF-BA27-41D2-9C57-A0CF96BD72BD}"/>
              </a:ext>
            </a:extLst>
          </p:cNvPr>
          <p:cNvSpPr>
            <a:spLocks xmlns:a="http://schemas.openxmlformats.org/drawingml/2006/main" noGrp="1"/>
          </p:cNvSpPr>
          <p:nvPr/>
        </p:nvSpPr>
        <p:spPr>
          <a:xfrm xmlns:a="http://schemas.openxmlformats.org/drawingml/2006/main">
            <a:off x="36195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1964</a:t>
            </a:r>
          </a:p>
        </p:txBody>
      </p:sp>
      <p:sp>
        <p:nvSpPr>
          <p:cNvPr id="14" name="">
            <a:extLst xmlns:a="http://schemas.openxmlformats.org/drawingml/2006/main">
              <a:ext uri="{FF2B5EF4-FFF2-40B4-BE49-F238E27FC236}">
                <a16:creationId xmlns:a16="http://schemas.microsoft.com/office/drawing/2014/main" id="{2EC96813-966D-41E3-9DD9-D50C1764F10E}"/>
              </a:ext>
            </a:extLst>
          </p:cNvPr>
          <p:cNvSpPr>
            <a:spLocks xmlns:a="http://schemas.openxmlformats.org/drawingml/2006/main" noGrp="1"/>
          </p:cNvSpPr>
          <p:nvPr/>
        </p:nvSpPr>
        <p:spPr>
          <a:xfrm xmlns:a="http://schemas.openxmlformats.org/drawingml/2006/main">
            <a:off x="35052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314B40"/>
                </a:solidFill>
                <a:latin typeface="Arial"/>
                <a:ea typeface="Arial"/>
                <a:cs typeface="Arial"/>
              </a:defRPr>
            </a:defPPr>
          </a:lstStyle>
          <a:p xmlns:a="http://schemas.openxmlformats.org/drawingml/2006/main">
            <a:pPr algn="r">
              <a:lnSpc>
                <a:spcPct val="100000"/>
              </a:lnSpc>
              <a:buNone/>
              <a:defRPr sz="1575" b="1">
                <a:solidFill>
                  <a:srgbClr val="314B40"/>
                </a:solidFill>
                <a:latin typeface="Arial"/>
                <a:ea typeface="Arial"/>
                <a:cs typeface="Arial"/>
              </a:defRPr>
            </a:pPr>
            <a:r>
              <a:rPr sz="1575" b="1">
                <a:solidFill>
                  <a:srgbClr val="314B40"/>
                </a:solidFill>
                <a:latin typeface="Arial"/>
                <a:ea typeface="Arial"/>
                <a:cs typeface="Arial"/>
              </a:rPr>
              <a:t>ג׳ורג׳ גודהארט</a:t>
            </a:r>
          </a:p>
        </p:txBody>
      </p:sp>
      <p:sp>
        <p:nvSpPr>
          <p:cNvPr id="15" name="">
            <a:extLst xmlns:a="http://schemas.openxmlformats.org/drawingml/2006/main">
              <a:ext uri="{FF2B5EF4-FFF2-40B4-BE49-F238E27FC236}">
                <a16:creationId xmlns:a16="http://schemas.microsoft.com/office/drawing/2014/main" id="{4268CC27-234A-4B79-8CBF-9AE434113A01}"/>
              </a:ext>
            </a:extLst>
          </p:cNvPr>
          <p:cNvSpPr>
            <a:spLocks xmlns:a="http://schemas.openxmlformats.org/drawingml/2006/main" noGrp="1"/>
          </p:cNvSpPr>
          <p:nvPr/>
        </p:nvSpPr>
        <p:spPr>
          <a:xfrm xmlns:a="http://schemas.openxmlformats.org/drawingml/2006/main">
            <a:off x="35052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פיתוח Applied Kinesiology ושילוב בדיקת השריר בהערכה טיפולית</a:t>
            </a:r>
          </a:p>
        </p:txBody>
      </p:sp>
      <p:sp>
        <p:nvSpPr>
          <p:cNvPr id="16" name="">
            <a:extLst xmlns:a="http://schemas.openxmlformats.org/drawingml/2006/main">
              <a:ext uri="{FF2B5EF4-FFF2-40B4-BE49-F238E27FC236}">
                <a16:creationId xmlns:a16="http://schemas.microsoft.com/office/drawing/2014/main" id="{6D9B7FE8-2C78-4CB3-88FF-9538400A4635}"/>
              </a:ext>
            </a:extLst>
          </p:cNvPr>
          <p:cNvSpPr>
            <a:spLocks xmlns:a="http://schemas.openxmlformats.org/drawingml/2006/main" noGrp="1"/>
          </p:cNvSpPr>
          <p:nvPr/>
        </p:nvSpPr>
        <p:spPr>
          <a:xfrm xmlns:a="http://schemas.openxmlformats.org/drawingml/2006/main">
            <a:off x="6438900" y="2857500"/>
            <a:ext cx="723900" cy="7239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1F80118-23C7-4BA7-8719-65DEEFEE56B7}"/>
              </a:ext>
            </a:extLst>
          </p:cNvPr>
          <p:cNvSpPr>
            <a:spLocks xmlns:a="http://schemas.openxmlformats.org/drawingml/2006/main" noGrp="1"/>
          </p:cNvSpPr>
          <p:nvPr/>
        </p:nvSpPr>
        <p:spPr>
          <a:xfrm xmlns:a="http://schemas.openxmlformats.org/drawingml/2006/main">
            <a:off x="643890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83B51982-F26A-42DB-96B6-A1F7439C469C}"/>
              </a:ext>
            </a:extLst>
          </p:cNvPr>
          <p:cNvSpPr>
            <a:spLocks xmlns:a="http://schemas.openxmlformats.org/drawingml/2006/main" noGrp="1"/>
          </p:cNvSpPr>
          <p:nvPr/>
        </p:nvSpPr>
        <p:spPr>
          <a:xfrm xmlns:a="http://schemas.openxmlformats.org/drawingml/2006/main">
            <a:off x="626745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1973</a:t>
            </a:r>
          </a:p>
        </p:txBody>
      </p:sp>
      <p:sp>
        <p:nvSpPr>
          <p:cNvPr id="19" name="">
            <a:extLst xmlns:a="http://schemas.openxmlformats.org/drawingml/2006/main">
              <a:ext uri="{FF2B5EF4-FFF2-40B4-BE49-F238E27FC236}">
                <a16:creationId xmlns:a16="http://schemas.microsoft.com/office/drawing/2014/main" id="{DA94A110-4E0C-4FCF-85D7-F8B1B2CA0058}"/>
              </a:ext>
            </a:extLst>
          </p:cNvPr>
          <p:cNvSpPr>
            <a:spLocks xmlns:a="http://schemas.openxmlformats.org/drawingml/2006/main" noGrp="1"/>
          </p:cNvSpPr>
          <p:nvPr/>
        </p:nvSpPr>
        <p:spPr>
          <a:xfrm xmlns:a="http://schemas.openxmlformats.org/drawingml/2006/main">
            <a:off x="615315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B87852"/>
                </a:solidFill>
                <a:latin typeface="Arial"/>
                <a:ea typeface="Arial"/>
                <a:cs typeface="Arial"/>
              </a:defRPr>
            </a:defPPr>
          </a:lstStyle>
          <a:p xmlns:a="http://schemas.openxmlformats.org/drawingml/2006/main">
            <a:pPr algn="r">
              <a:lnSpc>
                <a:spcPct val="100000"/>
              </a:lnSpc>
              <a:buNone/>
              <a:defRPr sz="1575" b="1">
                <a:solidFill>
                  <a:srgbClr val="B87852"/>
                </a:solidFill>
                <a:latin typeface="Arial"/>
                <a:ea typeface="Arial"/>
                <a:cs typeface="Arial"/>
              </a:defRPr>
            </a:pPr>
            <a:r>
              <a:rPr sz="1575" b="1">
                <a:solidFill>
                  <a:srgbClr val="B87852"/>
                </a:solidFill>
                <a:latin typeface="Arial"/>
                <a:ea typeface="Arial"/>
                <a:cs typeface="Arial"/>
              </a:rPr>
              <a:t>ג׳ון ת׳י</a:t>
            </a:r>
          </a:p>
        </p:txBody>
      </p:sp>
      <p:sp>
        <p:nvSpPr>
          <p:cNvPr id="20" name="">
            <a:extLst xmlns:a="http://schemas.openxmlformats.org/drawingml/2006/main">
              <a:ext uri="{FF2B5EF4-FFF2-40B4-BE49-F238E27FC236}">
                <a16:creationId xmlns:a16="http://schemas.microsoft.com/office/drawing/2014/main" id="{DA002B20-9B3D-4381-8716-8460A9B893EC}"/>
              </a:ext>
            </a:extLst>
          </p:cNvPr>
          <p:cNvSpPr>
            <a:spLocks xmlns:a="http://schemas.openxmlformats.org/drawingml/2006/main" noGrp="1"/>
          </p:cNvSpPr>
          <p:nvPr/>
        </p:nvSpPr>
        <p:spPr>
          <a:xfrm xmlns:a="http://schemas.openxmlformats.org/drawingml/2006/main">
            <a:off x="615315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Touch for Health מנגיש את הרעיונות לקהל רחב</a:t>
            </a:r>
          </a:p>
        </p:txBody>
      </p:sp>
      <p:sp>
        <p:nvSpPr>
          <p:cNvPr id="21" name="">
            <a:extLst xmlns:a="http://schemas.openxmlformats.org/drawingml/2006/main">
              <a:ext uri="{FF2B5EF4-FFF2-40B4-BE49-F238E27FC236}">
                <a16:creationId xmlns:a16="http://schemas.microsoft.com/office/drawing/2014/main" id="{30D956B9-BD9B-40B3-88C0-6A30CDD5FE23}"/>
              </a:ext>
            </a:extLst>
          </p:cNvPr>
          <p:cNvSpPr>
            <a:spLocks xmlns:a="http://schemas.openxmlformats.org/drawingml/2006/main" noGrp="1"/>
          </p:cNvSpPr>
          <p:nvPr/>
        </p:nvSpPr>
        <p:spPr>
          <a:xfrm xmlns:a="http://schemas.openxmlformats.org/drawingml/2006/main">
            <a:off x="9086850" y="2857500"/>
            <a:ext cx="723900" cy="723900"/>
          </a:xfrm>
          <a:prstGeom xmlns:a="http://schemas.openxmlformats.org/drawingml/2006/main" prst="ellipse">
            <a:avLst/>
          </a:prstGeom>
          <a:solidFill xmlns:a="http://schemas.openxmlformats.org/drawingml/2006/main">
            <a:srgbClr val="76556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DD2D22E-00B8-4A79-9574-B70FA61AEE8D}"/>
              </a:ext>
            </a:extLst>
          </p:cNvPr>
          <p:cNvSpPr>
            <a:spLocks xmlns:a="http://schemas.openxmlformats.org/drawingml/2006/main" noGrp="1"/>
          </p:cNvSpPr>
          <p:nvPr/>
        </p:nvSpPr>
        <p:spPr>
          <a:xfrm xmlns:a="http://schemas.openxmlformats.org/drawingml/2006/main">
            <a:off x="9086850" y="29718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A97D4C4C-1BE7-4FF3-8DA1-F62EF379BA26}"/>
              </a:ext>
            </a:extLst>
          </p:cNvPr>
          <p:cNvSpPr>
            <a:spLocks xmlns:a="http://schemas.openxmlformats.org/drawingml/2006/main" noGrp="1"/>
          </p:cNvSpPr>
          <p:nvPr/>
        </p:nvSpPr>
        <p:spPr>
          <a:xfrm xmlns:a="http://schemas.openxmlformats.org/drawingml/2006/main">
            <a:off x="8915400" y="20764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8342F"/>
                </a:solidFill>
                <a:latin typeface="Arial"/>
                <a:ea typeface="Arial"/>
                <a:cs typeface="Arial"/>
              </a:defRPr>
            </a:defPPr>
          </a:lstStyle>
          <a:p xmlns:a="http://schemas.openxmlformats.org/drawingml/2006/main">
            <a:pPr algn="r">
              <a:lnSpc>
                <a:spcPct val="100000"/>
              </a:lnSpc>
              <a:buNone/>
              <a:defRPr sz="2025" b="1">
                <a:solidFill>
                  <a:srgbClr val="28342F"/>
                </a:solidFill>
                <a:latin typeface="Arial"/>
                <a:ea typeface="Arial"/>
                <a:cs typeface="Arial"/>
              </a:defRPr>
            </a:pPr>
            <a:r>
              <a:rPr sz="2025" b="1">
                <a:solidFill>
                  <a:srgbClr val="28342F"/>
                </a:solidFill>
                <a:latin typeface="Arial"/>
                <a:ea typeface="Arial"/>
                <a:cs typeface="Arial"/>
              </a:rPr>
              <a:t>שנות ה־80</a:t>
            </a:r>
          </a:p>
        </p:txBody>
      </p:sp>
      <p:sp>
        <p:nvSpPr>
          <p:cNvPr id="24" name="">
            <a:extLst xmlns:a="http://schemas.openxmlformats.org/drawingml/2006/main">
              <a:ext uri="{FF2B5EF4-FFF2-40B4-BE49-F238E27FC236}">
                <a16:creationId xmlns:a16="http://schemas.microsoft.com/office/drawing/2014/main" id="{A39EE88B-6E57-4C62-A9A5-B4DE4938B50D}"/>
              </a:ext>
            </a:extLst>
          </p:cNvPr>
          <p:cNvSpPr>
            <a:spLocks xmlns:a="http://schemas.openxmlformats.org/drawingml/2006/main" noGrp="1"/>
          </p:cNvSpPr>
          <p:nvPr/>
        </p:nvSpPr>
        <p:spPr>
          <a:xfrm xmlns:a="http://schemas.openxmlformats.org/drawingml/2006/main">
            <a:off x="8801100" y="373380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765564"/>
                </a:solidFill>
                <a:latin typeface="Arial"/>
                <a:ea typeface="Arial"/>
                <a:cs typeface="Arial"/>
              </a:defRPr>
            </a:defPPr>
          </a:lstStyle>
          <a:p xmlns:a="http://schemas.openxmlformats.org/drawingml/2006/main">
            <a:pPr algn="r">
              <a:lnSpc>
                <a:spcPct val="100000"/>
              </a:lnSpc>
              <a:buNone/>
              <a:defRPr sz="1575" b="1">
                <a:solidFill>
                  <a:srgbClr val="765564"/>
                </a:solidFill>
                <a:latin typeface="Arial"/>
                <a:ea typeface="Arial"/>
                <a:cs typeface="Arial"/>
              </a:defRPr>
            </a:pPr>
            <a:r>
              <a:rPr sz="1575" b="1">
                <a:solidFill>
                  <a:srgbClr val="765564"/>
                </a:solidFill>
                <a:latin typeface="Arial"/>
                <a:ea typeface="Arial"/>
                <a:cs typeface="Arial"/>
              </a:rPr>
              <a:t>הכיוון הרגשי</a:t>
            </a:r>
          </a:p>
        </p:txBody>
      </p:sp>
      <p:sp>
        <p:nvSpPr>
          <p:cNvPr id="25" name="">
            <a:extLst xmlns:a="http://schemas.openxmlformats.org/drawingml/2006/main">
              <a:ext uri="{FF2B5EF4-FFF2-40B4-BE49-F238E27FC236}">
                <a16:creationId xmlns:a16="http://schemas.microsoft.com/office/drawing/2014/main" id="{FF0C9E90-76EA-47DA-85AB-1484A130E67B}"/>
              </a:ext>
            </a:extLst>
          </p:cNvPr>
          <p:cNvSpPr>
            <a:spLocks xmlns:a="http://schemas.openxmlformats.org/drawingml/2006/main" noGrp="1"/>
          </p:cNvSpPr>
          <p:nvPr/>
        </p:nvSpPr>
        <p:spPr>
          <a:xfrm xmlns:a="http://schemas.openxmlformats.org/drawingml/2006/main">
            <a:off x="8801100" y="417195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28342F"/>
                </a:solidFill>
                <a:latin typeface="Arial"/>
                <a:ea typeface="Arial"/>
                <a:cs typeface="Arial"/>
              </a:defRPr>
            </a:defPPr>
          </a:lstStyle>
          <a:p xmlns:a="http://schemas.openxmlformats.org/drawingml/2006/main">
            <a:pPr algn="r">
              <a:lnSpc>
                <a:spcPct val="100000"/>
              </a:lnSpc>
              <a:buNone/>
              <a:defRPr sz="1275" b="0">
                <a:solidFill>
                  <a:srgbClr val="28342F"/>
                </a:solidFill>
                <a:latin typeface="Arial"/>
                <a:ea typeface="Arial"/>
                <a:cs typeface="Arial"/>
              </a:defRPr>
            </a:pPr>
            <a:r>
              <a:rPr sz="1275" b="0">
                <a:solidFill>
                  <a:srgbClr val="28342F"/>
                </a:solidFill>
                <a:latin typeface="Arial"/>
                <a:ea typeface="Arial"/>
                <a:cs typeface="Arial"/>
              </a:rPr>
              <a:t>מתפתחות גישות שעוסקות בסטרס, רגשות, תפיסות ואמונות</a:t>
            </a:r>
          </a:p>
        </p:txBody>
      </p:sp>
      <p:sp>
        <p:nvSpPr>
          <p:cNvPr id="26" name="">
            <a:extLst xmlns:a="http://schemas.openxmlformats.org/drawingml/2006/main">
              <a:ext uri="{FF2B5EF4-FFF2-40B4-BE49-F238E27FC236}">
                <a16:creationId xmlns:a16="http://schemas.microsoft.com/office/drawing/2014/main" id="{18090FEB-4DD8-4FA3-9AC4-19CBF8DE4A95}"/>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575" b="1">
                <a:solidFill>
                  <a:srgbClr val="A65F48"/>
                </a:solidFill>
                <a:latin typeface="Arial"/>
                <a:ea typeface="Arial"/>
                <a:cs typeface="Arial"/>
              </a:defRPr>
            </a:defPPr>
          </a:lstStyle>
          <a:p xmlns:a="http://schemas.openxmlformats.org/drawingml/2006/main">
            <a:pPr algn="ctr">
              <a:lnSpc>
                <a:spcPct val="100000"/>
              </a:lnSpc>
              <a:buNone/>
              <a:defRPr sz="1575" b="1">
                <a:solidFill>
                  <a:srgbClr val="A65F48"/>
                </a:solidFill>
                <a:latin typeface="Arial"/>
                <a:ea typeface="Arial"/>
                <a:cs typeface="Arial"/>
              </a:defRPr>
            </a:pPr>
            <a:r>
              <a:rPr sz="1575" b="1">
                <a:solidFill>
                  <a:srgbClr val="A65F48"/>
                </a:solidFill>
                <a:latin typeface="Arial"/>
                <a:ea typeface="Arial"/>
                <a:cs typeface="Arial"/>
              </a:rPr>
              <a:t>השם ״קינסיולוגיה מעשית״ מתאר את הדרך שנבנתה מתוך השורשים האלה ומתוך ניסיון טיפולי אישי</a:t>
            </a:r>
          </a:p>
        </p:txBody>
      </p:sp>
      <p:sp>
        <p:nvSpPr>
          <p:cNvPr id="27" name="">
            <a:extLst xmlns:a="http://schemas.openxmlformats.org/drawingml/2006/main">
              <a:ext uri="{FF2B5EF4-FFF2-40B4-BE49-F238E27FC236}">
                <a16:creationId xmlns:a16="http://schemas.microsoft.com/office/drawing/2014/main" id="{9E640303-BD67-40AC-8497-159BA76B2385}"/>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9405C512-ADC3-4089-ABCD-697CD0848CBF}"/>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03</a:t>
            </a:r>
          </a:p>
        </p:txBody>
      </p:sp>
    </p:spTree>
    <p:extLst>
      <p:ext uri="{BB962C8B-B14F-4D97-AF65-F5344CB8AC3E}">
        <p14:creationId xmlns:p14="http://schemas.microsoft.com/office/powerpoint/2010/main" val="711521675"/>
      </p:ext>
    </p:extLst>
  </p:cSld>
</p:sld>
</file>

<file path=ppt/slides/slide4.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B7F3E3-AAF7-4DF0-8AF3-2A5B7F5121F1}"/>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232634-E3A7-40E9-A0EB-0C679CC63D20}"/>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הדרך האישית שלי</a:t>
            </a:r>
          </a:p>
        </p:txBody>
      </p:sp>
      <p:sp>
        <p:nvSpPr>
          <p:cNvPr id="3" name="">
            <a:extLst xmlns:a="http://schemas.openxmlformats.org/drawingml/2006/main">
              <a:ext uri="{FF2B5EF4-FFF2-40B4-BE49-F238E27FC236}">
                <a16:creationId xmlns:a16="http://schemas.microsoft.com/office/drawing/2014/main" id="{EAB95806-925C-416E-A969-EEB11FD0132F}"/>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קינסיולוגיה מעשית כשפה שנבנית במפגש עם אנשים</a:t>
            </a:r>
          </a:p>
        </p:txBody>
      </p:sp>
      <p:sp>
        <p:nvSpPr>
          <p:cNvPr id="4" name="">
            <a:extLst xmlns:a="http://schemas.openxmlformats.org/drawingml/2006/main">
              <a:ext uri="{FF2B5EF4-FFF2-40B4-BE49-F238E27FC236}">
                <a16:creationId xmlns:a16="http://schemas.microsoft.com/office/drawing/2014/main" id="{4F7CA44A-F348-462E-B616-498637EB1284}"/>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5F9419B5-57B0-4CF8-B09C-AC7C8D2CC55B}"/>
              </a:ext>
            </a:extLst>
          </p:cNvPr>
          <p:cNvSpPr>
            <a:spLocks xmlns:a="http://schemas.openxmlformats.org/drawingml/2006/main" noGrp="1"/>
          </p:cNvSpPr>
          <p:nvPr/>
        </p:nvSpPr>
        <p:spPr>
          <a:xfrm xmlns:a="http://schemas.openxmlformats.org/drawingml/2006/main">
            <a:off x="762000" y="1809750"/>
            <a:ext cx="4381500" cy="352425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24529FE-3400-499F-995F-C0669FF3533F}"/>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a:defRPr sz="2550" b="1">
                <a:solidFill>
                  <a:srgbClr val="FFFFFF"/>
                </a:solidFill>
                <a:latin typeface="Arial"/>
                <a:ea typeface="Arial"/>
                <a:cs typeface="Arial"/>
              </a:defRPr>
            </a:defPPr>
          </a:lstStyle>
          <a:p xmlns:a="http://schemas.openxmlformats.org/drawingml/2006/main">
            <a:pPr algn="ctr">
              <a:lnSpc>
                <a:spcPct val="100000"/>
              </a:lnSpc>
              <a:buNone/>
              <a:defRPr sz="2550" b="1">
                <a:solidFill>
                  <a:srgbClr val="FFFFFF"/>
                </a:solidFill>
                <a:latin typeface="Arial"/>
                <a:ea typeface="Arial"/>
                <a:cs typeface="Arial"/>
              </a:defRPr>
            </a:pPr>
            <a:r>
              <a:rPr sz="2550" b="1">
                <a:solidFill>
                  <a:srgbClr val="FFFFFF"/>
                </a:solidFill>
                <a:latin typeface="Arial"/>
                <a:ea typeface="Arial"/>
                <a:cs typeface="Arial"/>
              </a:rPr>
              <a:t>כ־18 שנים של עבודה טיפולית</a:t>
            </a:r>
          </a:p>
        </p:txBody>
      </p:sp>
      <p:sp>
        <p:nvSpPr>
          <p:cNvPr id="7" name="">
            <a:extLst xmlns:a="http://schemas.openxmlformats.org/drawingml/2006/main">
              <a:ext uri="{FF2B5EF4-FFF2-40B4-BE49-F238E27FC236}">
                <a16:creationId xmlns:a16="http://schemas.microsoft.com/office/drawing/2014/main" id="{3C091F0D-5663-4CBB-9C55-9EE081FEE565}"/>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0">
                <a:solidFill>
                  <a:srgbClr val="F6F0E6"/>
                </a:solidFill>
                <a:latin typeface="Arial"/>
                <a:ea typeface="Arial"/>
                <a:cs typeface="Arial"/>
              </a:defRPr>
            </a:defPPr>
          </a:lstStyle>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לימוד פרטי</a:t>
            </a:r>
          </a:p>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ניסיון מצטבר</a:t>
            </a:r>
          </a:p>
          <a:p xmlns:a="http://schemas.openxmlformats.org/drawingml/2006/main">
            <a:pPr algn="ctr">
              <a:lnSpc>
                <a:spcPct val="120000"/>
              </a:lnSpc>
              <a:buNone/>
              <a:defRPr sz="1800" b="0">
                <a:solidFill>
                  <a:srgbClr val="F6F0E6"/>
                </a:solidFill>
                <a:latin typeface="Arial"/>
                <a:ea typeface="Arial"/>
                <a:cs typeface="Arial"/>
              </a:defRPr>
            </a:pPr>
            <a:r>
              <a:rPr sz="1800" b="0">
                <a:solidFill>
                  <a:srgbClr val="F6F0E6"/>
                </a:solidFill>
                <a:latin typeface="Arial"/>
                <a:ea typeface="Arial"/>
                <a:cs typeface="Arial"/>
              </a:rPr>
              <a:t>שילוב כלים מעולמות שונים</a:t>
            </a:r>
          </a:p>
        </p:txBody>
      </p:sp>
      <p:sp>
        <p:nvSpPr>
          <p:cNvPr id="8" name="">
            <a:extLst xmlns:a="http://schemas.openxmlformats.org/drawingml/2006/main">
              <a:ext uri="{FF2B5EF4-FFF2-40B4-BE49-F238E27FC236}">
                <a16:creationId xmlns:a16="http://schemas.microsoft.com/office/drawing/2014/main" id="{B61FCA2E-83AC-4AF1-A30B-C6478FB76779}"/>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250" b="1">
                <a:solidFill>
                  <a:srgbClr val="28342F"/>
                </a:solidFill>
                <a:latin typeface="Arial"/>
                <a:ea typeface="Arial"/>
                <a:cs typeface="Arial"/>
              </a:defRPr>
            </a:defPPr>
          </a:lstStyle>
          <a:p xmlns:a="http://schemas.openxmlformats.org/drawingml/2006/main">
            <a:pPr algn="r">
              <a:lnSpc>
                <a:spcPct val="108000"/>
              </a:lnSpc>
              <a:buNone/>
              <a:defRPr sz="2250" b="1">
                <a:solidFill>
                  <a:srgbClr val="28342F"/>
                </a:solidFill>
                <a:latin typeface="Arial"/>
                <a:ea typeface="Arial"/>
                <a:cs typeface="Arial"/>
              </a:defRPr>
            </a:pPr>
            <a:r>
              <a:rPr sz="2250" b="1">
                <a:solidFill>
                  <a:srgbClr val="28342F"/>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9" name="">
            <a:extLst xmlns:a="http://schemas.openxmlformats.org/drawingml/2006/main">
              <a:ext uri="{FF2B5EF4-FFF2-40B4-BE49-F238E27FC236}">
                <a16:creationId xmlns:a16="http://schemas.microsoft.com/office/drawing/2014/main" id="{8449407C-D7FD-4255-9643-74768F332EE5}"/>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A65F48"/>
                </a:solidFill>
                <a:latin typeface="Arial"/>
                <a:ea typeface="Arial"/>
                <a:cs typeface="Arial"/>
              </a:defRPr>
            </a:defPPr>
          </a:lstStyle>
          <a:p xmlns:a="http://schemas.openxmlformats.org/drawingml/2006/main">
            <a:pPr algn="r">
              <a:lnSpc>
                <a:spcPct val="100000"/>
              </a:lnSpc>
              <a:buNone/>
              <a:defRPr sz="1500" b="0">
                <a:solidFill>
                  <a:srgbClr val="A65F48"/>
                </a:solidFill>
                <a:latin typeface="Arial"/>
                <a:ea typeface="Arial"/>
                <a:cs typeface="Arial"/>
              </a:defRPr>
            </a:pPr>
            <a:r>
              <a:rPr sz="1500" b="0">
                <a:solidFill>
                  <a:srgbClr val="A65F48"/>
                </a:solidFill>
                <a:latin typeface="Arial"/>
                <a:ea typeface="Arial"/>
                <a:cs typeface="Arial"/>
              </a:rPr>
              <a:t>הסמכות מגיעה מן הכנות, מן הניסיון ומן היכולת להסביר בבירור מה אני עושה</a:t>
            </a:r>
          </a:p>
        </p:txBody>
      </p:sp>
      <p:sp>
        <p:nvSpPr>
          <p:cNvPr id="10" name="">
            <a:extLst xmlns:a="http://schemas.openxmlformats.org/drawingml/2006/main">
              <a:ext uri="{FF2B5EF4-FFF2-40B4-BE49-F238E27FC236}">
                <a16:creationId xmlns:a16="http://schemas.microsoft.com/office/drawing/2014/main" id="{4035F6E2-4BB3-4DF2-A090-ED69E190F93D}"/>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11" name="">
            <a:extLst xmlns:a="http://schemas.openxmlformats.org/drawingml/2006/main">
              <a:ext uri="{FF2B5EF4-FFF2-40B4-BE49-F238E27FC236}">
                <a16:creationId xmlns:a16="http://schemas.microsoft.com/office/drawing/2014/main" id="{FE9BD219-25B7-41A9-8C1A-9E2C57D0888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04</a:t>
            </a:r>
          </a:p>
        </p:txBody>
      </p:sp>
    </p:spTree>
    <p:extLst>
      <p:ext uri="{BB962C8B-B14F-4D97-AF65-F5344CB8AC3E}">
        <p14:creationId xmlns:p14="http://schemas.microsoft.com/office/powerpoint/2010/main" val="1623222996"/>
      </p:ext>
    </p:extLst>
  </p:cSld>
</p:sld>
</file>

<file path=ppt/slides/slide5.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4C10648-B4A6-464A-9246-92EB9B20DAE5}"/>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3620F8-2C6D-4FBD-A8A3-21A8998F3C8C}"/>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חמשת האלמנטים ברפואה הסינית</a:t>
            </a:r>
          </a:p>
        </p:txBody>
      </p:sp>
      <p:sp>
        <p:nvSpPr>
          <p:cNvPr id="3" name="">
            <a:extLst xmlns:a="http://schemas.openxmlformats.org/drawingml/2006/main">
              <a:ext uri="{FF2B5EF4-FFF2-40B4-BE49-F238E27FC236}">
                <a16:creationId xmlns:a16="http://schemas.microsoft.com/office/drawing/2014/main" id="{59C96CB9-9A6D-4A0C-AF3C-06F9F022306B}"/>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מודל מסורתי שמתאר תנועה, קשרים ומחזוריות</a:t>
            </a:r>
          </a:p>
        </p:txBody>
      </p:sp>
      <p:sp>
        <p:nvSpPr>
          <p:cNvPr id="4" name="">
            <a:extLst xmlns:a="http://schemas.openxmlformats.org/drawingml/2006/main">
              <a:ext uri="{FF2B5EF4-FFF2-40B4-BE49-F238E27FC236}">
                <a16:creationId xmlns:a16="http://schemas.microsoft.com/office/drawing/2014/main" id="{8B0E4289-5AE0-4B92-A6D1-2D63A3A44195}"/>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BED6D052-4544-4E79-B95C-99A51569A2F3}"/>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B0689AF-2BC6-489F-9DCA-8BB479CDFC6C}"/>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C20D87A0-FE06-4F6D-B65B-75131203FB48}"/>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אביב</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צמיחה</a:t>
            </a:r>
          </a:p>
        </p:txBody>
      </p:sp>
      <p:sp>
        <p:nvSpPr>
          <p:cNvPr id="8" name="">
            <a:extLst xmlns:a="http://schemas.openxmlformats.org/drawingml/2006/main">
              <a:ext uri="{FF2B5EF4-FFF2-40B4-BE49-F238E27FC236}">
                <a16:creationId xmlns:a16="http://schemas.microsoft.com/office/drawing/2014/main" id="{32F476CF-DCC2-4AFF-90D7-E2AC9E502FCC}"/>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2A7343D-DFF9-46E6-8E8A-920D4653F198}"/>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A5BCFF34-22AE-4A92-8889-AF9640F4E105}"/>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קיץ</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חום</a:t>
            </a:r>
          </a:p>
        </p:txBody>
      </p:sp>
      <p:sp>
        <p:nvSpPr>
          <p:cNvPr id="11" name="">
            <a:extLst xmlns:a="http://schemas.openxmlformats.org/drawingml/2006/main">
              <a:ext uri="{FF2B5EF4-FFF2-40B4-BE49-F238E27FC236}">
                <a16:creationId xmlns:a16="http://schemas.microsoft.com/office/drawing/2014/main" id="{415168BC-DEE4-4313-8547-6EB39A33EA81}"/>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3891CB7-8665-4826-A04B-B5BCEA1A5003}"/>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288FE42A-695E-44AF-913D-DB215106AEB5}"/>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מרכז</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הזנה</a:t>
            </a:r>
          </a:p>
        </p:txBody>
      </p:sp>
      <p:sp>
        <p:nvSpPr>
          <p:cNvPr id="14" name="">
            <a:extLst xmlns:a="http://schemas.openxmlformats.org/drawingml/2006/main">
              <a:ext uri="{FF2B5EF4-FFF2-40B4-BE49-F238E27FC236}">
                <a16:creationId xmlns:a16="http://schemas.microsoft.com/office/drawing/2014/main" id="{A6277423-000B-4A86-9F3A-3E1787982E99}"/>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8A888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220465F-8673-4BEB-820D-CBC537910C09}"/>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1EDF8869-29F6-4AEB-A014-8C10CF15FFD2}"/>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סתיו</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סדר</a:t>
            </a:r>
          </a:p>
        </p:txBody>
      </p:sp>
      <p:sp>
        <p:nvSpPr>
          <p:cNvPr id="17" name="">
            <a:extLst xmlns:a="http://schemas.openxmlformats.org/drawingml/2006/main">
              <a:ext uri="{FF2B5EF4-FFF2-40B4-BE49-F238E27FC236}">
                <a16:creationId xmlns:a16="http://schemas.microsoft.com/office/drawing/2014/main" id="{D302CFF4-A8E2-4501-A7EA-5F9A71A0AD55}"/>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4C29455-2328-4945-856C-101D576B3AA9}"/>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72FBC752-364E-4DEA-8621-8C288198BAB0}"/>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חורף</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שימור</a:t>
            </a:r>
          </a:p>
        </p:txBody>
      </p:sp>
      <p:sp>
        <p:nvSpPr>
          <p:cNvPr id="20" name="">
            <a:extLst xmlns:a="http://schemas.openxmlformats.org/drawingml/2006/main">
              <a:ext uri="{FF2B5EF4-FFF2-40B4-BE49-F238E27FC236}">
                <a16:creationId xmlns:a16="http://schemas.microsoft.com/office/drawing/2014/main" id="{DD4F1619-8457-480E-868B-36B6E00EB83B}"/>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0">
                <a:solidFill>
                  <a:srgbClr val="28342F"/>
                </a:solidFill>
                <a:latin typeface="Arial"/>
                <a:ea typeface="Arial"/>
                <a:cs typeface="Arial"/>
              </a:defRPr>
            </a:defPPr>
          </a:lstStyle>
          <a:p xmlns:a="http://schemas.openxmlformats.org/drawingml/2006/main">
            <a:pPr algn="ctr">
              <a:lnSpc>
                <a:spcPct val="108000"/>
              </a:lnSpc>
              <a:buNone/>
              <a:defRPr sz="1875" b="0">
                <a:solidFill>
                  <a:srgbClr val="28342F"/>
                </a:solidFill>
                <a:latin typeface="Arial"/>
                <a:ea typeface="Arial"/>
                <a:cs typeface="Arial"/>
              </a:defRPr>
            </a:pPr>
            <a:r>
              <a:rPr sz="1875" b="0">
                <a:solidFill>
                  <a:srgbClr val="28342F"/>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1" name="">
            <a:extLst xmlns:a="http://schemas.openxmlformats.org/drawingml/2006/main">
              <a:ext uri="{FF2B5EF4-FFF2-40B4-BE49-F238E27FC236}">
                <a16:creationId xmlns:a16="http://schemas.microsoft.com/office/drawing/2014/main" id="{F388A7AE-AE05-4C8D-8280-D997FCF5B2CE}"/>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B6A64"/>
                </a:solidFill>
                <a:latin typeface="Arial"/>
                <a:ea typeface="Arial"/>
                <a:cs typeface="Arial"/>
              </a:defRPr>
            </a:defPPr>
          </a:lstStyle>
          <a:p xmlns:a="http://schemas.openxmlformats.org/drawingml/2006/main">
            <a:pPr algn="ctr">
              <a:lnSpc>
                <a:spcPct val="100000"/>
              </a:lnSpc>
              <a:buNone/>
              <a:defRPr sz="1050" b="0">
                <a:solidFill>
                  <a:srgbClr val="6B6A64"/>
                </a:solidFill>
                <a:latin typeface="Arial"/>
                <a:ea typeface="Arial"/>
                <a:cs typeface="Arial"/>
              </a:defRPr>
            </a:pPr>
            <a:r>
              <a:rPr sz="1050" b="0">
                <a:solidFill>
                  <a:srgbClr val="6B6A64"/>
                </a:solidFill>
                <a:latin typeface="Arial"/>
                <a:ea typeface="Arial"/>
                <a:cs typeface="Arial"/>
              </a:rPr>
              <a:t>האלמנטים מוצגים כאן כמושגים מסורתיים ולא כקטגוריות של הרפואה המודרנית</a:t>
            </a:r>
          </a:p>
        </p:txBody>
      </p:sp>
      <p:sp>
        <p:nvSpPr>
          <p:cNvPr id="22" name="">
            <a:extLst xmlns:a="http://schemas.openxmlformats.org/drawingml/2006/main">
              <a:ext uri="{FF2B5EF4-FFF2-40B4-BE49-F238E27FC236}">
                <a16:creationId xmlns:a16="http://schemas.microsoft.com/office/drawing/2014/main" id="{13D9A9D1-F95C-4974-B2C4-31D5C7286E6A}"/>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3" name="">
            <a:extLst xmlns:a="http://schemas.openxmlformats.org/drawingml/2006/main">
              <a:ext uri="{FF2B5EF4-FFF2-40B4-BE49-F238E27FC236}">
                <a16:creationId xmlns:a16="http://schemas.microsoft.com/office/drawing/2014/main" id="{050323B9-791E-4496-A1AD-C4D2C7A8F35C}"/>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05</a:t>
            </a:r>
          </a:p>
        </p:txBody>
      </p:sp>
    </p:spTree>
    <p:extLst>
      <p:ext uri="{BB962C8B-B14F-4D97-AF65-F5344CB8AC3E}">
        <p14:creationId xmlns:p14="http://schemas.microsoft.com/office/powerpoint/2010/main" val="1657604688"/>
      </p:ext>
    </p:extLst>
  </p:cSld>
</p:sld>
</file>

<file path=ppt/slides/slide6.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8CED0985-EF1A-4596-B297-AB1DDBCBDE07}"/>
              </a:ext>
            </a:extLst>
          </p:cNvPr>
          <p:cNvCxnSpPr>
            <a:stCxn xmlns:a="http://schemas.openxmlformats.org/drawingml/2006/main" id="17" idx="0"/>
            <a:endCxn xmlns:a="http://schemas.openxmlformats.org/drawingml/2006/main" id="5"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5B01B4A4-233E-4645-BADB-EF8F81EB9D8B}"/>
              </a:ext>
            </a:extLst>
          </p:cNvPr>
          <p:cNvCxnSpPr>
            <a:stCxn xmlns:a="http://schemas.openxmlformats.org/drawingml/2006/main" id="14" idx="2"/>
            <a:endCxn xmlns:a="http://schemas.openxmlformats.org/drawingml/2006/main" id="17"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8FE008B4-6D21-42FA-999A-29B8CF5DD769}"/>
              </a:ext>
            </a:extLst>
          </p:cNvPr>
          <p:cNvCxnSpPr>
            <a:stCxn xmlns:a="http://schemas.openxmlformats.org/drawingml/2006/main" id="11" idx="3"/>
            <a:endCxn xmlns:a="http://schemas.openxmlformats.org/drawingml/2006/main" id="14"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31B29146-4668-42CD-9DA9-1A395BEAA6EF}"/>
              </a:ext>
            </a:extLst>
          </p:cNvPr>
          <p:cNvCxnSpPr>
            <a:stCxn xmlns:a="http://schemas.openxmlformats.org/drawingml/2006/main" id="8" idx="5"/>
            <a:endCxn xmlns:a="http://schemas.openxmlformats.org/drawingml/2006/main" id="11"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168FA3F6-815A-4666-82EA-21672CD96015}"/>
              </a:ext>
            </a:extLst>
          </p:cNvPr>
          <p:cNvCxnSpPr>
            <a:stCxn xmlns:a="http://schemas.openxmlformats.org/drawingml/2006/main" id="5" idx="6"/>
            <a:endCxn xmlns:a="http://schemas.openxmlformats.org/drawingml/2006/main" id="8"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A65F48"/>
            </a:solidFill>
            <a:prstDash val="solid"/>
            <a:tailEnd type="triangle" w="sm" len="sm"/>
          </a:ln>
        </p:spPr>
      </p:cxnSp>
      <p:sp>
        <p:nvSpPr>
          <p:cNvPr id="28" name="">
            <a:extLst xmlns:a="http://schemas.openxmlformats.org/drawingml/2006/main">
              <a:ext uri="{FF2B5EF4-FFF2-40B4-BE49-F238E27FC236}">
                <a16:creationId xmlns:a16="http://schemas.microsoft.com/office/drawing/2014/main" id="{7467A8B2-68A1-4118-ADEE-6604DA5F35A1}"/>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CF4E58-EF2D-44CE-9BAC-BE3C26DA5FC3}"/>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מעגל ההזנה</a:t>
            </a:r>
          </a:p>
        </p:txBody>
      </p:sp>
      <p:sp>
        <p:nvSpPr>
          <p:cNvPr id="3" name="">
            <a:extLst xmlns:a="http://schemas.openxmlformats.org/drawingml/2006/main">
              <a:ext uri="{FF2B5EF4-FFF2-40B4-BE49-F238E27FC236}">
                <a16:creationId xmlns:a16="http://schemas.microsoft.com/office/drawing/2014/main" id="{45486275-4E7F-4DD4-B1F4-6785817169DA}"/>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כל אלמנט מזין את הבא אחריו במחזור מתמשך</a:t>
            </a:r>
          </a:p>
        </p:txBody>
      </p:sp>
      <p:sp>
        <p:nvSpPr>
          <p:cNvPr id="4" name="">
            <a:extLst xmlns:a="http://schemas.openxmlformats.org/drawingml/2006/main">
              <a:ext uri="{FF2B5EF4-FFF2-40B4-BE49-F238E27FC236}">
                <a16:creationId xmlns:a16="http://schemas.microsoft.com/office/drawing/2014/main" id="{3C7197A4-2810-4A14-89E7-E50DEA1562DC}"/>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E5AB6032-66B4-4F8E-AFFD-28818678CCD2}"/>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C47DD6-CABB-488B-9889-705E769F0CFB}"/>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B4DCDE26-FA73-4303-A0FF-3165DD885812}"/>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מים מזינים</a:t>
            </a:r>
          </a:p>
        </p:txBody>
      </p:sp>
      <p:sp>
        <p:nvSpPr>
          <p:cNvPr id="8" name="">
            <a:extLst xmlns:a="http://schemas.openxmlformats.org/drawingml/2006/main">
              <a:ext uri="{FF2B5EF4-FFF2-40B4-BE49-F238E27FC236}">
                <a16:creationId xmlns:a16="http://schemas.microsoft.com/office/drawing/2014/main" id="{5E8E764D-CB87-488B-A65E-416143E51E67}"/>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6E86324-723F-48D9-BFAB-9D54DD200CE0}"/>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33FB1465-D6AA-4B6E-8BB8-90F84AA15E13}"/>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עץ מזין</a:t>
            </a:r>
          </a:p>
        </p:txBody>
      </p:sp>
      <p:sp>
        <p:nvSpPr>
          <p:cNvPr id="11" name="">
            <a:extLst xmlns:a="http://schemas.openxmlformats.org/drawingml/2006/main">
              <a:ext uri="{FF2B5EF4-FFF2-40B4-BE49-F238E27FC236}">
                <a16:creationId xmlns:a16="http://schemas.microsoft.com/office/drawing/2014/main" id="{6AC6C326-6F79-450C-A61C-91E3D28A46D2}"/>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4DF509D-73EE-488D-9011-01BE16D88ADA}"/>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6D84A3B9-6190-497B-B5B3-08BF5C22F909}"/>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אש יוצרת</a:t>
            </a:r>
          </a:p>
        </p:txBody>
      </p:sp>
      <p:sp>
        <p:nvSpPr>
          <p:cNvPr id="14" name="">
            <a:extLst xmlns:a="http://schemas.openxmlformats.org/drawingml/2006/main">
              <a:ext uri="{FF2B5EF4-FFF2-40B4-BE49-F238E27FC236}">
                <a16:creationId xmlns:a16="http://schemas.microsoft.com/office/drawing/2014/main" id="{98181327-B109-4219-8DA7-6B87D2EAFC6D}"/>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D8915B8-D386-4ADB-8D90-62C4D4ACA877}"/>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EA8133CF-EBE6-4719-A68B-58626721B6C8}"/>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אדמה נושאת</a:t>
            </a:r>
          </a:p>
        </p:txBody>
      </p:sp>
      <p:sp>
        <p:nvSpPr>
          <p:cNvPr id="17" name="">
            <a:extLst xmlns:a="http://schemas.openxmlformats.org/drawingml/2006/main">
              <a:ext uri="{FF2B5EF4-FFF2-40B4-BE49-F238E27FC236}">
                <a16:creationId xmlns:a16="http://schemas.microsoft.com/office/drawing/2014/main" id="{B9D5522F-4DB4-4F90-A78E-33115E013E89}"/>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85BD792-CA3F-48E5-A81F-B46B4827E4B9}"/>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09947BDE-8156-4068-8A77-3419E30A5BEB}"/>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מתכת אוספת</a:t>
            </a:r>
          </a:p>
        </p:txBody>
      </p:sp>
      <p:sp>
        <p:nvSpPr>
          <p:cNvPr id="25" name="">
            <a:extLst xmlns:a="http://schemas.openxmlformats.org/drawingml/2006/main">
              <a:ext uri="{FF2B5EF4-FFF2-40B4-BE49-F238E27FC236}">
                <a16:creationId xmlns:a16="http://schemas.microsoft.com/office/drawing/2014/main" id="{477A1B8B-679B-4810-BCD9-CAAA22DBCA0C}"/>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28342F"/>
                </a:solidFill>
                <a:latin typeface="Arial"/>
                <a:ea typeface="Arial"/>
                <a:cs typeface="Arial"/>
              </a:defRPr>
            </a:defPPr>
          </a:lstStyle>
          <a:p xmlns:a="http://schemas.openxmlformats.org/drawingml/2006/main">
            <a:pPr algn="ctr">
              <a:lnSpc>
                <a:spcPct val="102000"/>
              </a:lnSpc>
              <a:buNone/>
              <a:defRPr sz="1800" b="1">
                <a:solidFill>
                  <a:srgbClr val="28342F"/>
                </a:solidFill>
                <a:latin typeface="Arial"/>
                <a:ea typeface="Arial"/>
                <a:cs typeface="Arial"/>
              </a:defRPr>
            </a:pPr>
            <a:r>
              <a:rPr sz="1800" b="1">
                <a:solidFill>
                  <a:srgbClr val="28342F"/>
                </a:solidFill>
                <a:latin typeface="Arial"/>
                <a:ea typeface="Arial"/>
                <a:cs typeface="Arial"/>
              </a:rPr>
              <a:t>הזנה אינה רק נתינה. כל אלמנט גם מקבל מן הקודם וגם מכין את הקרקע לבא אחריו.</a:t>
            </a:r>
          </a:p>
        </p:txBody>
      </p:sp>
      <p:sp>
        <p:nvSpPr>
          <p:cNvPr id="26" name="">
            <a:extLst xmlns:a="http://schemas.openxmlformats.org/drawingml/2006/main">
              <a:ext uri="{FF2B5EF4-FFF2-40B4-BE49-F238E27FC236}">
                <a16:creationId xmlns:a16="http://schemas.microsoft.com/office/drawing/2014/main" id="{745E40BD-17DD-484E-AB8E-83C93A586F4E}"/>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7" name="">
            <a:extLst xmlns:a="http://schemas.openxmlformats.org/drawingml/2006/main">
              <a:ext uri="{FF2B5EF4-FFF2-40B4-BE49-F238E27FC236}">
                <a16:creationId xmlns:a16="http://schemas.microsoft.com/office/drawing/2014/main" id="{37EE8A65-197F-4E48-80ED-C746CCFA5390}"/>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06</a:t>
            </a:r>
          </a:p>
        </p:txBody>
      </p:sp>
    </p:spTree>
    <p:extLst>
      <p:ext uri="{BB962C8B-B14F-4D97-AF65-F5344CB8AC3E}">
        <p14:creationId xmlns:p14="http://schemas.microsoft.com/office/powerpoint/2010/main" val="1721459144"/>
      </p:ext>
    </p:extLst>
  </p:cSld>
</p:sld>
</file>

<file path=ppt/slides/slide7.xml><?xml version="1.0" encoding="utf-8"?>
<p:sld xmlns:p="http://schemas.openxmlformats.org/presentationml/2006/main">
  <p:cSld>
    <p:bg>
      <p:bgPr>
        <a:solidFill xmlns:a="http://schemas.openxmlformats.org/drawingml/2006/main">
          <a:srgbClr val="F2EEE5"/>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399DC0BE-9140-4D8B-A4AF-99CCEBFF491D}"/>
              </a:ext>
            </a:extLst>
          </p:cNvPr>
          <p:cNvCxnSpPr>
            <a:stCxn xmlns:a="http://schemas.openxmlformats.org/drawingml/2006/main" id="14" idx="1"/>
            <a:endCxn xmlns:a="http://schemas.openxmlformats.org/drawingml/2006/main" id="5"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151E35CB-2EB0-4886-B7F4-744AEAF787A8}"/>
              </a:ext>
            </a:extLst>
          </p:cNvPr>
          <p:cNvCxnSpPr>
            <a:stCxn xmlns:a="http://schemas.openxmlformats.org/drawingml/2006/main" id="8" idx="5"/>
            <a:endCxn xmlns:a="http://schemas.openxmlformats.org/drawingml/2006/main" id="14"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792D1345-4C9A-4034-9AAD-E3DF8846FC74}"/>
              </a:ext>
            </a:extLst>
          </p:cNvPr>
          <p:cNvCxnSpPr>
            <a:stCxn xmlns:a="http://schemas.openxmlformats.org/drawingml/2006/main" id="17" idx="7"/>
            <a:endCxn xmlns:a="http://schemas.openxmlformats.org/drawingml/2006/main" id="8"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D55C13B2-9DB5-4B5F-9A5C-02B9D70C6EE1}"/>
              </a:ext>
            </a:extLst>
          </p:cNvPr>
          <p:cNvCxnSpPr>
            <a:stCxn xmlns:a="http://schemas.openxmlformats.org/drawingml/2006/main" id="11" idx="2"/>
            <a:endCxn xmlns:a="http://schemas.openxmlformats.org/drawingml/2006/main" id="17"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B7622BD0-2E1E-43EE-9200-605A78A21762}"/>
              </a:ext>
            </a:extLst>
          </p:cNvPr>
          <p:cNvCxnSpPr>
            <a:stCxn xmlns:a="http://schemas.openxmlformats.org/drawingml/2006/main" id="5" idx="6"/>
            <a:endCxn xmlns:a="http://schemas.openxmlformats.org/drawingml/2006/main" id="11"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765564"/>
            </a:solidFill>
            <a:prstDash val="solid"/>
            <a:tailEnd type="triangle" w="sm" len="sm"/>
          </a:ln>
        </p:spPr>
      </p:cxnSp>
      <p:sp>
        <p:nvSpPr>
          <p:cNvPr id="29" name="">
            <a:extLst xmlns:a="http://schemas.openxmlformats.org/drawingml/2006/main">
              <a:ext uri="{FF2B5EF4-FFF2-40B4-BE49-F238E27FC236}">
                <a16:creationId xmlns:a16="http://schemas.microsoft.com/office/drawing/2014/main" id="{153F5877-33ED-4FAB-8BF5-4493F5A06061}"/>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14B4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652161-7490-41D0-A3B9-47354558D272}"/>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a:defRPr sz="2400" b="1">
                <a:solidFill>
                  <a:srgbClr val="28342F"/>
                </a:solidFill>
                <a:latin typeface="Arial"/>
                <a:ea typeface="Arial"/>
                <a:cs typeface="Arial"/>
              </a:defRPr>
            </a:defPPr>
          </a:lstStyle>
          <a:p xmlns:a="http://schemas.openxmlformats.org/drawingml/2006/main">
            <a:pPr algn="r">
              <a:lnSpc>
                <a:spcPct val="100000"/>
              </a:lnSpc>
              <a:buNone/>
              <a:defRPr sz="2400" b="1">
                <a:solidFill>
                  <a:srgbClr val="28342F"/>
                </a:solidFill>
                <a:latin typeface="Arial"/>
                <a:ea typeface="Arial"/>
                <a:cs typeface="Arial"/>
              </a:defRPr>
            </a:pPr>
            <a:r>
              <a:rPr sz="2400" b="1">
                <a:solidFill>
                  <a:srgbClr val="28342F"/>
                </a:solidFill>
                <a:latin typeface="Arial"/>
                <a:ea typeface="Arial"/>
                <a:cs typeface="Arial"/>
              </a:rPr>
              <a:t>מעגל הבקרה</a:t>
            </a:r>
          </a:p>
        </p:txBody>
      </p:sp>
      <p:sp>
        <p:nvSpPr>
          <p:cNvPr id="3" name="">
            <a:extLst xmlns:a="http://schemas.openxmlformats.org/drawingml/2006/main">
              <a:ext uri="{FF2B5EF4-FFF2-40B4-BE49-F238E27FC236}">
                <a16:creationId xmlns:a16="http://schemas.microsoft.com/office/drawing/2014/main" id="{8A84C811-0983-45A2-8D40-97D2052B8320}"/>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B6A64"/>
                </a:solidFill>
                <a:latin typeface="Arial"/>
                <a:ea typeface="Arial"/>
                <a:cs typeface="Arial"/>
              </a:defRPr>
            </a:defPPr>
          </a:lstStyle>
          <a:p xmlns:a="http://schemas.openxmlformats.org/drawingml/2006/main">
            <a:pPr algn="r">
              <a:lnSpc>
                <a:spcPct val="100000"/>
              </a:lnSpc>
              <a:buNone/>
              <a:defRPr sz="1500" b="0">
                <a:solidFill>
                  <a:srgbClr val="6B6A64"/>
                </a:solidFill>
                <a:latin typeface="Arial"/>
                <a:ea typeface="Arial"/>
                <a:cs typeface="Arial"/>
              </a:defRPr>
            </a:pPr>
            <a:r>
              <a:rPr sz="1500" b="0">
                <a:solidFill>
                  <a:srgbClr val="6B6A64"/>
                </a:solidFill>
                <a:latin typeface="Arial"/>
                <a:ea typeface="Arial"/>
                <a:cs typeface="Arial"/>
              </a:rPr>
              <a:t>איזון במסורת כולל גם ריסון, גבול והתאמה</a:t>
            </a:r>
          </a:p>
        </p:txBody>
      </p:sp>
      <p:sp>
        <p:nvSpPr>
          <p:cNvPr id="4" name="">
            <a:extLst xmlns:a="http://schemas.openxmlformats.org/drawingml/2006/main">
              <a:ext uri="{FF2B5EF4-FFF2-40B4-BE49-F238E27FC236}">
                <a16:creationId xmlns:a16="http://schemas.microsoft.com/office/drawing/2014/main" id="{AA4AABD7-07F1-4A34-8596-4446DDE50BC7}"/>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2C5B5"/>
            </a:solidFill>
            <a:prstDash val="solid"/>
          </a:ln>
        </p:spPr>
      </p:sp>
      <p:sp>
        <p:nvSpPr>
          <p:cNvPr id="5" name="">
            <a:extLst xmlns:a="http://schemas.openxmlformats.org/drawingml/2006/main">
              <a:ext uri="{FF2B5EF4-FFF2-40B4-BE49-F238E27FC236}">
                <a16:creationId xmlns:a16="http://schemas.microsoft.com/office/drawing/2014/main" id="{AE874709-59AD-4155-92BB-E8A4BA4DF1ED}"/>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314B4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9A629A-7C8D-4282-89A0-39CF74DBED09}"/>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7" name="">
            <a:extLst xmlns:a="http://schemas.openxmlformats.org/drawingml/2006/main">
              <a:ext uri="{FF2B5EF4-FFF2-40B4-BE49-F238E27FC236}">
                <a16:creationId xmlns:a16="http://schemas.microsoft.com/office/drawing/2014/main" id="{883DB4A2-AB0B-4136-B60E-72BFBA1698D3}"/>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חותך באדמה</a:t>
            </a:r>
          </a:p>
        </p:txBody>
      </p:sp>
      <p:sp>
        <p:nvSpPr>
          <p:cNvPr id="8" name="">
            <a:extLst xmlns:a="http://schemas.openxmlformats.org/drawingml/2006/main">
              <a:ext uri="{FF2B5EF4-FFF2-40B4-BE49-F238E27FC236}">
                <a16:creationId xmlns:a16="http://schemas.microsoft.com/office/drawing/2014/main" id="{F387408F-E4A3-4CAD-A1C1-FB3C740C238C}"/>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A65F4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814C99C-2FBB-4851-995E-C825719668BD}"/>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10" name="">
            <a:extLst xmlns:a="http://schemas.openxmlformats.org/drawingml/2006/main">
              <a:ext uri="{FF2B5EF4-FFF2-40B4-BE49-F238E27FC236}">
                <a16:creationId xmlns:a16="http://schemas.microsoft.com/office/drawing/2014/main" id="{73F8EBF1-DF03-4206-906A-F07DD72F6173}"/>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ממיסה מתכת</a:t>
            </a:r>
          </a:p>
        </p:txBody>
      </p:sp>
      <p:sp>
        <p:nvSpPr>
          <p:cNvPr id="11" name="">
            <a:extLst xmlns:a="http://schemas.openxmlformats.org/drawingml/2006/main">
              <a:ext uri="{FF2B5EF4-FFF2-40B4-BE49-F238E27FC236}">
                <a16:creationId xmlns:a16="http://schemas.microsoft.com/office/drawing/2014/main" id="{031F1E60-EFBD-4D22-85C7-4C2C0013484E}"/>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B8785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D7549A-A30D-4E66-9F74-59270B31AA85}"/>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3" name="">
            <a:extLst xmlns:a="http://schemas.openxmlformats.org/drawingml/2006/main">
              <a:ext uri="{FF2B5EF4-FFF2-40B4-BE49-F238E27FC236}">
                <a16:creationId xmlns:a16="http://schemas.microsoft.com/office/drawing/2014/main" id="{2D6AB186-9830-4555-9F1C-B10BC1DF08C3}"/>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תוחמת מים</a:t>
            </a:r>
          </a:p>
        </p:txBody>
      </p:sp>
      <p:sp>
        <p:nvSpPr>
          <p:cNvPr id="14" name="">
            <a:extLst xmlns:a="http://schemas.openxmlformats.org/drawingml/2006/main">
              <a:ext uri="{FF2B5EF4-FFF2-40B4-BE49-F238E27FC236}">
                <a16:creationId xmlns:a16="http://schemas.microsoft.com/office/drawing/2014/main" id="{AE37A8BD-30CF-402B-8D73-818D4BB2F310}"/>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BDA8C5A-F20D-4459-AA89-F81C8E2F4446}"/>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6" name="">
            <a:extLst xmlns:a="http://schemas.openxmlformats.org/drawingml/2006/main">
              <a:ext uri="{FF2B5EF4-FFF2-40B4-BE49-F238E27FC236}">
                <a16:creationId xmlns:a16="http://schemas.microsoft.com/office/drawing/2014/main" id="{BCFE63B2-CDEF-4D4B-A79C-49E559228E0C}"/>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חותכת עץ</a:t>
            </a:r>
          </a:p>
        </p:txBody>
      </p:sp>
      <p:sp>
        <p:nvSpPr>
          <p:cNvPr id="17" name="">
            <a:extLst xmlns:a="http://schemas.openxmlformats.org/drawingml/2006/main">
              <a:ext uri="{FF2B5EF4-FFF2-40B4-BE49-F238E27FC236}">
                <a16:creationId xmlns:a16="http://schemas.microsoft.com/office/drawing/2014/main" id="{83C20FA2-4D3B-4BB5-92D7-D095BFCC617C}"/>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26D6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DFDBBA3-B0CF-4E80-8E7E-4DA1B0284979}"/>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9" name="">
            <a:extLst xmlns:a="http://schemas.openxmlformats.org/drawingml/2006/main">
              <a:ext uri="{FF2B5EF4-FFF2-40B4-BE49-F238E27FC236}">
                <a16:creationId xmlns:a16="http://schemas.microsoft.com/office/drawing/2014/main" id="{D9FF4723-A9CC-45A3-B048-EDEF67BC44A8}"/>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מרסנים אש</a:t>
            </a:r>
          </a:p>
        </p:txBody>
      </p:sp>
      <p:sp>
        <p:nvSpPr>
          <p:cNvPr id="25" name="">
            <a:extLst xmlns:a="http://schemas.openxmlformats.org/drawingml/2006/main">
              <a:ext uri="{FF2B5EF4-FFF2-40B4-BE49-F238E27FC236}">
                <a16:creationId xmlns:a16="http://schemas.microsoft.com/office/drawing/2014/main" id="{4DA7A6A2-0359-4B92-841A-A91AB97D98BC}"/>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F2EEE5"/>
          </a:solidFill>
          <a:ln xmlns:a="http://schemas.openxmlformats.org/drawingml/2006/main" w="9525">
            <a:solidFill>
              <a:srgbClr val="D2C5B5"/>
            </a:solidFill>
            <a:prstDash val="solid"/>
          </a:ln>
        </p:spPr>
      </p:sp>
      <p:sp>
        <p:nvSpPr>
          <p:cNvPr id="26" name="">
            <a:extLst xmlns:a="http://schemas.openxmlformats.org/drawingml/2006/main">
              <a:ext uri="{FF2B5EF4-FFF2-40B4-BE49-F238E27FC236}">
                <a16:creationId xmlns:a16="http://schemas.microsoft.com/office/drawing/2014/main" id="{230F065D-95FF-4660-BE1E-51D0F103CE1C}"/>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28342F"/>
                </a:solidFill>
                <a:latin typeface="Arial"/>
                <a:ea typeface="Arial"/>
                <a:cs typeface="Arial"/>
              </a:defRPr>
            </a:defPPr>
          </a:lstStyle>
          <a:p xmlns:a="http://schemas.openxmlformats.org/drawingml/2006/main">
            <a:pPr algn="ctr">
              <a:lnSpc>
                <a:spcPct val="104000"/>
              </a:lnSpc>
              <a:buNone/>
              <a:defRPr sz="1800" b="1">
                <a:solidFill>
                  <a:srgbClr val="28342F"/>
                </a:solidFill>
                <a:latin typeface="Arial"/>
                <a:ea typeface="Arial"/>
                <a:cs typeface="Arial"/>
              </a:defRPr>
            </a:pPr>
            <a:r>
              <a:rPr sz="1800" b="1">
                <a:solidFill>
                  <a:srgbClr val="28342F"/>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7" name="">
            <a:extLst xmlns:a="http://schemas.openxmlformats.org/drawingml/2006/main">
              <a:ext uri="{FF2B5EF4-FFF2-40B4-BE49-F238E27FC236}">
                <a16:creationId xmlns:a16="http://schemas.microsoft.com/office/drawing/2014/main" id="{DE9C0279-4992-4FB1-BEFD-088B0833C961}"/>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B6A64"/>
                </a:solidFill>
                <a:latin typeface="Arial"/>
                <a:ea typeface="Arial"/>
                <a:cs typeface="Arial"/>
              </a:defRPr>
            </a:defPPr>
          </a:lstStyle>
          <a:p xmlns:a="http://schemas.openxmlformats.org/drawingml/2006/main">
            <a:pPr algn="l">
              <a:lnSpc>
                <a:spcPct val="100000"/>
              </a:lnSpc>
              <a:buNone/>
              <a:defRPr sz="900" b="0">
                <a:solidFill>
                  <a:srgbClr val="6B6A64"/>
                </a:solidFill>
                <a:latin typeface="Arial"/>
                <a:ea typeface="Arial"/>
                <a:cs typeface="Arial"/>
              </a:defRPr>
            </a:pPr>
            <a:r>
              <a:rPr sz="900" b="0">
                <a:solidFill>
                  <a:srgbClr val="6B6A64"/>
                </a:solidFill>
                <a:latin typeface="Arial"/>
                <a:ea typeface="Arial"/>
                <a:cs typeface="Arial"/>
              </a:rPr>
              <a:t>גרסה מודרנית ושקטה</a:t>
            </a:r>
          </a:p>
        </p:txBody>
      </p:sp>
      <p:sp>
        <p:nvSpPr>
          <p:cNvPr id="28" name="">
            <a:extLst xmlns:a="http://schemas.openxmlformats.org/drawingml/2006/main">
              <a:ext uri="{FF2B5EF4-FFF2-40B4-BE49-F238E27FC236}">
                <a16:creationId xmlns:a16="http://schemas.microsoft.com/office/drawing/2014/main" id="{02A170C9-0A23-4237-8B00-FA34A685C031}"/>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B6A64"/>
                </a:solidFill>
                <a:latin typeface="Arial"/>
                <a:ea typeface="Arial"/>
                <a:cs typeface="Arial"/>
              </a:defRPr>
            </a:defPPr>
          </a:lstStyle>
          <a:p xmlns:a="http://schemas.openxmlformats.org/drawingml/2006/main">
            <a:pPr algn="r">
              <a:lnSpc>
                <a:spcPct val="100000"/>
              </a:lnSpc>
              <a:buNone/>
              <a:defRPr sz="975" b="0">
                <a:solidFill>
                  <a:srgbClr val="6B6A64"/>
                </a:solidFill>
                <a:latin typeface="Arial"/>
                <a:ea typeface="Arial"/>
                <a:cs typeface="Arial"/>
              </a:defRPr>
            </a:pPr>
            <a:r>
              <a:rPr sz="975" b="0">
                <a:solidFill>
                  <a:srgbClr val="6B6A64"/>
                </a:solidFill>
                <a:latin typeface="Arial"/>
                <a:ea typeface="Arial"/>
                <a:cs typeface="Arial"/>
              </a:rPr>
              <a:t>07</a:t>
            </a:r>
          </a:p>
        </p:txBody>
      </p:sp>
    </p:spTree>
    <p:extLst>
      <p:ext uri="{BB962C8B-B14F-4D97-AF65-F5344CB8AC3E}">
        <p14:creationId xmlns:p14="http://schemas.microsoft.com/office/powerpoint/2010/main" val="729907039"/>
      </p:ext>
    </p:extLst>
  </p:cSld>
</p:sld>
</file>

<file path=ppt/slides/slide8.xml><?xml version="1.0" encoding="utf-8"?>
<p:sld xmlns:p="http://schemas.openxmlformats.org/presentationml/2006/main">
  <p:cSld>
    <p:bg>
      <p:bgPr>
        <a:solidFill xmlns:a="http://schemas.openxmlformats.org/drawingml/2006/main">
          <a:srgbClr val="28342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2FB035-8AED-4316-859E-FAAF4E45C372}"/>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850" b="1">
                <a:solidFill>
                  <a:srgbClr val="FFFFFF"/>
                </a:solidFill>
                <a:latin typeface="Arial"/>
                <a:ea typeface="Arial"/>
                <a:cs typeface="Arial"/>
              </a:defRPr>
            </a:defPPr>
          </a:lstStyle>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לא באה ללמד רק את מה שלמדתי.</a:t>
            </a:r>
          </a:p>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E2A404A7-B7B8-4A26-943E-7EA46CBB496C}"/>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B87852"/>
            </a:solidFill>
            <a:prstDash val="solid"/>
          </a:ln>
        </p:spPr>
      </p:sp>
      <p:sp>
        <p:nvSpPr>
          <p:cNvPr id="3" name="">
            <a:extLst xmlns:a="http://schemas.openxmlformats.org/drawingml/2006/main">
              <a:ext uri="{FF2B5EF4-FFF2-40B4-BE49-F238E27FC236}">
                <a16:creationId xmlns:a16="http://schemas.microsoft.com/office/drawing/2014/main" id="{C8A746CF-30F9-49E8-BF6C-F351ED48913A}"/>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350" b="1">
                <a:solidFill>
                  <a:srgbClr val="EEE6DA"/>
                </a:solidFill>
                <a:latin typeface="Arial"/>
                <a:ea typeface="Arial"/>
                <a:cs typeface="Arial"/>
              </a:defRPr>
            </a:defPPr>
          </a:lstStyle>
          <a:p xmlns:a="http://schemas.openxmlformats.org/drawingml/2006/main">
            <a:pPr algn="ctr">
              <a:lnSpc>
                <a:spcPct val="100000"/>
              </a:lnSpc>
              <a:buNone/>
              <a:defRPr sz="1350" b="1">
                <a:solidFill>
                  <a:srgbClr val="EEE6DA"/>
                </a:solidFill>
                <a:latin typeface="Arial"/>
                <a:ea typeface="Arial"/>
                <a:cs typeface="Arial"/>
              </a:defRPr>
            </a:pPr>
            <a:r>
              <a:rPr sz="1350" b="1">
                <a:solidFill>
                  <a:srgbClr val="EEE6DA"/>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78D8C272-683F-44DE-8A88-831E290BF06C}"/>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400" b="0">
                <a:solidFill>
                  <a:srgbClr val="FFFFFF"/>
                </a:solidFill>
                <a:latin typeface="Arial"/>
                <a:ea typeface="Arial"/>
                <a:cs typeface="Arial"/>
              </a:defRPr>
            </a:defPPr>
          </a:lstStyle>
          <a:p xmlns:a="http://schemas.openxmlformats.org/drawingml/2006/main">
            <a:pPr algn="ctr">
              <a:lnSpc>
                <a:spcPct val="100000"/>
              </a:lnSpc>
              <a:buNone/>
              <a:defRPr sz="2400" b="0">
                <a:solidFill>
                  <a:srgbClr val="FFFFFF"/>
                </a:solidFill>
                <a:latin typeface="Arial"/>
                <a:ea typeface="Arial"/>
                <a:cs typeface="Arial"/>
              </a:defRPr>
            </a:pPr>
            <a:r>
              <a:rPr sz="2400" b="0">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3240526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2026-10-01T03:58:18.6040000Z</dcterms:created>
  <dcterms:modified xsi:type="dcterms:W3CDTF">2026-10-01T03:58:18.6040000Z</dcterms:modified>
</coreProperties>
</file>