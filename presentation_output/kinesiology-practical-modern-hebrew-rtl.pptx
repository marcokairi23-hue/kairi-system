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fdcfd66cf84196" /><Relationship Type="http://schemas.openxmlformats.org/officeDocument/2006/relationships/extended-properties" Target="/docProps/app.xml" Id="Rc80d315edec24f39" /><Relationship Type="http://schemas.openxmlformats.org/officeDocument/2006/relationships/officeDocument" Target="/ppt/presentation.xml" Id="R08cfdc6364614b51" /></Relationships>
</file>

<file path=ppt/presentation.xml><?xml version="1.0" encoding="utf-8"?>
<p:presentation xmlns:p="http://schemas.openxmlformats.org/presentationml/2006/main">
  <p:sldMasterIdLst>
    <p:sldMasterId xmlns:r="http://schemas.openxmlformats.org/officeDocument/2006/relationships" id="2147483648" r:id="Rfe0afb5e1b7146d9"/>
  </p:sldMasterIdLst>
  <p:notesMasterIdLst>
    <p:notesMasterId xmlns:r="http://schemas.openxmlformats.org/officeDocument/2006/relationships" r:id="R3bc699d8186044f9"/>
  </p:notesMasterIdLst>
  <p:sldIdLst>
    <p:sldId xmlns:r="http://schemas.openxmlformats.org/officeDocument/2006/relationships" id="256" r:id="R3b4ed4392c774874"/>
    <p:sldId xmlns:r="http://schemas.openxmlformats.org/officeDocument/2006/relationships" id="257" r:id="R83036f0980f446ea"/>
    <p:sldId xmlns:r="http://schemas.openxmlformats.org/officeDocument/2006/relationships" id="258" r:id="Rd8fb9bd4fe204e89"/>
    <p:sldId xmlns:r="http://schemas.openxmlformats.org/officeDocument/2006/relationships" id="259" r:id="R67919629076249d6"/>
    <p:sldId xmlns:r="http://schemas.openxmlformats.org/officeDocument/2006/relationships" id="260" r:id="R74f5396d962e4704"/>
    <p:sldId xmlns:r="http://schemas.openxmlformats.org/officeDocument/2006/relationships" id="261" r:id="R1f2f8f30abf64dea"/>
    <p:sldId xmlns:r="http://schemas.openxmlformats.org/officeDocument/2006/relationships" id="262" r:id="Re47389cd9b184f4f"/>
    <p:sldId xmlns:r="http://schemas.openxmlformats.org/officeDocument/2006/relationships" id="263" r:id="R3a781244f02548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03cb83b385440c" /><Relationship Type="http://schemas.openxmlformats.org/officeDocument/2006/relationships/slideMaster" Target="/ppt/slideMasters/slideMaster1.xml" Id="Rfe0afb5e1b7146d9" /><Relationship Type="http://schemas.openxmlformats.org/officeDocument/2006/relationships/notesMaster" Target="/ppt/notesMasters/notesMaster1.xml" Id="R3bc699d8186044f9" /><Relationship Type="http://schemas.openxmlformats.org/officeDocument/2006/relationships/presProps" Target="/ppt/presProps.xml" Id="R44d89937a398400b" /><Relationship Type="http://schemas.openxmlformats.org/officeDocument/2006/relationships/tableStyles" Target="/ppt/tableStyles.xml" Id="R36d128dac9004c9f" /><Relationship Type="http://schemas.openxmlformats.org/officeDocument/2006/relationships/slide" Target="/ppt/slides/slide1.xml" Id="R3b4ed4392c774874" /><Relationship Type="http://schemas.openxmlformats.org/officeDocument/2006/relationships/slide" Target="/ppt/slides/slide2.xml" Id="R83036f0980f446ea" /><Relationship Type="http://schemas.openxmlformats.org/officeDocument/2006/relationships/slide" Target="/ppt/slides/slide3.xml" Id="Rd8fb9bd4fe204e89" /><Relationship Type="http://schemas.openxmlformats.org/officeDocument/2006/relationships/slide" Target="/ppt/slides/slide4.xml" Id="R67919629076249d6" /><Relationship Type="http://schemas.openxmlformats.org/officeDocument/2006/relationships/slide" Target="/ppt/slides/slide5.xml" Id="R74f5396d962e4704" /><Relationship Type="http://schemas.openxmlformats.org/officeDocument/2006/relationships/slide" Target="/ppt/slides/slide6.xml" Id="R1f2f8f30abf64dea" /><Relationship Type="http://schemas.openxmlformats.org/officeDocument/2006/relationships/slide" Target="/ppt/slides/slide7.xml" Id="Re47389cd9b184f4f" /><Relationship Type="http://schemas.openxmlformats.org/officeDocument/2006/relationships/slide" Target="/ppt/slides/slide8.xml" Id="R3a781244f025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12c78ac1c643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6e51cff2c4cef" /><Relationship Type="http://schemas.openxmlformats.org/officeDocument/2006/relationships/notesMaster" Target="/ppt/notesMasters/notesMaster1.xml" Id="R153213fe3f2d4c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a68c1d06834c61" /><Relationship Type="http://schemas.openxmlformats.org/officeDocument/2006/relationships/notesMaster" Target="/ppt/notesMasters/notesMaster1.xml" Id="Rc7f3ac46dbeb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b0b9dc1c63498f" /><Relationship Type="http://schemas.openxmlformats.org/officeDocument/2006/relationships/notesMaster" Target="/ppt/notesMasters/notesMaster1.xml" Id="R07fbd4ce0ad241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382a0333f47a2" /><Relationship Type="http://schemas.openxmlformats.org/officeDocument/2006/relationships/notesMaster" Target="/ppt/notesMasters/notesMaster1.xml" Id="R05cb2c41f81d45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6980da28a4674" /><Relationship Type="http://schemas.openxmlformats.org/officeDocument/2006/relationships/notesMaster" Target="/ppt/notesMasters/notesMaster1.xml" Id="R8d83746d0661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80381d379a4034" /><Relationship Type="http://schemas.openxmlformats.org/officeDocument/2006/relationships/notesMaster" Target="/ppt/notesMasters/notesMaster1.xml" Id="R8d6c0a35203b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962f155c4c4875" /><Relationship Type="http://schemas.openxmlformats.org/officeDocument/2006/relationships/notesMaster" Target="/ppt/notesMasters/notesMaster1.xml" Id="R3d6b118ed4b940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e830adff254a5e" /><Relationship Type="http://schemas.openxmlformats.org/officeDocument/2006/relationships/notesMaster" Target="/ppt/notesMasters/notesMaster1.xml" Id="R9c23fd2cf00044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pPr rtl="1"/>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pPr rtl="1"/>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ad7bac9444b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1b8336609b43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cc4b2035843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67e4aef2942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ec39cff0934c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348a1d137f43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361C2-04FC-4EEB-A111-5FEC99CCC2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207ED6-E5A2-46DB-BB37-AEB076C961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B236BC-7E31-4518-83CF-88034A1826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84771-538E-4C31-ABCF-A773030EEF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329F1E-E95A-445A-AC75-318C34D766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3DC7C1-60B0-4498-B70B-1D891B2E1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E99289-1FF5-41F0-8BA2-7FED34DEF7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FF290F-5894-4F45-83C9-083F8F9477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210FFB-EEE3-454D-8B33-4B8F301C46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638408-FC5D-4CA0-9941-E477C16E36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c30bcba29470a" /><Relationship Type="http://schemas.openxmlformats.org/officeDocument/2006/relationships/slideLayout" Target="/ppt/slideLayouts/slideLayout1.xml" Id="R567f7b3fa921494b" /><Relationship Type="http://schemas.openxmlformats.org/officeDocument/2006/relationships/slideLayout" Target="/ppt/slideLayouts/slideLayout2.xml" Id="Rd6cbf695f2d94478" /><Relationship Type="http://schemas.openxmlformats.org/officeDocument/2006/relationships/slideLayout" Target="/ppt/slideLayouts/slideLayout3.xml" Id="R984e7dd638434f39" /><Relationship Type="http://schemas.openxmlformats.org/officeDocument/2006/relationships/slideLayout" Target="/ppt/slideLayouts/slideLayout4.xml" Id="R07d475a664bb4e91" /><Relationship Type="http://schemas.openxmlformats.org/officeDocument/2006/relationships/slideLayout" Target="/ppt/slideLayouts/slideLayout5.xml" Id="Rd5941f232b3c413b" /><Relationship Type="http://schemas.openxmlformats.org/officeDocument/2006/relationships/slideLayout" Target="/ppt/slideLayouts/slideLayout6.xml" Id="R62a92c5739fd48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f7b3fa921494b"/>
    <p:sldLayoutId xmlns:r="http://schemas.openxmlformats.org/officeDocument/2006/relationships" id="2147483650" r:id="Rd6cbf695f2d94478"/>
    <p:sldLayoutId xmlns:r="http://schemas.openxmlformats.org/officeDocument/2006/relationships" id="2147483651" r:id="R984e7dd638434f39"/>
    <p:sldLayoutId xmlns:r="http://schemas.openxmlformats.org/officeDocument/2006/relationships" id="2147483652" r:id="R07d475a664bb4e91"/>
    <p:sldLayoutId xmlns:r="http://schemas.openxmlformats.org/officeDocument/2006/relationships" id="2147483653" r:id="Rd5941f232b3c413b"/>
    <p:sldLayoutId xmlns:r="http://schemas.openxmlformats.org/officeDocument/2006/relationships" id="2147483654" r:id="R62a92c5739fd48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a14478c325497f" /><Relationship Type="http://schemas.openxmlformats.org/officeDocument/2006/relationships/image" Target="/ppt/media/image.png" Id="R20d5a0f80c4642a5" /><Relationship Type="http://schemas.openxmlformats.org/officeDocument/2006/relationships/notesSlide" Target="/ppt/notesSlides/notesSlide1.xml" Id="R898296e2e392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f233d8e3c64f46" /><Relationship Type="http://schemas.openxmlformats.org/officeDocument/2006/relationships/notesSlide" Target="/ppt/notesSlides/notesSlide2.xml" Id="Rff57e3dfc732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d13f774d9f45aa" /><Relationship Type="http://schemas.openxmlformats.org/officeDocument/2006/relationships/notesSlide" Target="/ppt/notesSlides/notesSlide3.xml" Id="R5bde94e453d3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bda7c50def4081" /><Relationship Type="http://schemas.openxmlformats.org/officeDocument/2006/relationships/notesSlide" Target="/ppt/notesSlides/notesSlide4.xml" Id="Rb578310b99eb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a3f242b19f4a6c" /><Relationship Type="http://schemas.openxmlformats.org/officeDocument/2006/relationships/notesSlide" Target="/ppt/notesSlides/notesSlide5.xml" Id="R7d7373dec1f0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a9ad939a16467c" /><Relationship Type="http://schemas.openxmlformats.org/officeDocument/2006/relationships/notesSlide" Target="/ppt/notesSlides/notesSlide6.xml" Id="R7b1a398396db4d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4549deb8484230" /><Relationship Type="http://schemas.openxmlformats.org/officeDocument/2006/relationships/notesSlide" Target="/ppt/notesSlides/notesSlide7.xml" Id="R4724be5f5e4447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d8ee5c3f974ba8" /><Relationship Type="http://schemas.openxmlformats.org/officeDocument/2006/relationships/notesSlide" Target="/ppt/notesSlides/notesSlide8.xml" Id="R52aa3776a8214fdc"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A35BA62-3C00-4699-AF4E-69682C8050F7}"/>
              </a:ext>
            </a:extLst>
          </p:cNvPr>
          <p:cNvPicPr>
            <a:picLocks xmlns:a="http://schemas.openxmlformats.org/drawingml/2006/main" noChangeAspect="1"/>
          </p:cNvPicPr>
          <p:nvPr/>
        </p:nvPicPr>
        <p:blipFill>
          <a:blip xmlns:r="http://schemas.openxmlformats.org/officeDocument/2006/relationships" xmlns:a="http://schemas.openxmlformats.org/drawingml/2006/main" r:embed="R20d5a0f80c4642a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027CB9-E0B7-4958-901B-C745BF1162AA}"/>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3600" b="1">
                <a:solidFill>
                  <a:srgbClr val="28342F"/>
                </a:solidFill>
                <a:latin typeface="Arial"/>
                <a:ea typeface="Arial"/>
                <a:cs typeface="Arial"/>
              </a:defRPr>
            </a:defPPr>
          </a:lstStyle>
          <a:p xmlns:a="http://schemas.openxmlformats.org/drawingml/2006/main">
            <a:pPr algn="r" rtl="1">
              <a:lnSpc>
                <a:spcPct val="100000"/>
              </a:lnSpc>
              <a:buNone/>
              <a:defRPr sz="3600" b="1" lang="he-IL" altLang="en-US">
                <a:solidFill>
                  <a:srgbClr val="28342F"/>
                </a:solidFill>
                <a:latin typeface="Arial"/>
                <a:ea typeface="Arial"/>
                <a:cs typeface="Arial"/>
              </a:defRPr>
            </a:pPr>
            <a:r>
              <a:rPr sz="3600" b="1" lang="he-IL" altLang="en-US">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9EEB44AD-0873-4BDE-9D0D-67C5936B3CFB}"/>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75" b="0">
                <a:solidFill>
                  <a:srgbClr val="28342F"/>
                </a:solidFill>
                <a:latin typeface="Arial"/>
                <a:ea typeface="Arial"/>
                <a:cs typeface="Arial"/>
              </a:defRPr>
            </a:defPPr>
          </a:lstStyle>
          <a:p xmlns:a="http://schemas.openxmlformats.org/drawingml/2006/main">
            <a:pPr algn="r" rtl="1">
              <a:lnSpc>
                <a:spcPct val="105000"/>
              </a:lnSpc>
              <a:buNone/>
              <a:defRPr sz="1875" b="0" lang="he-IL" altLang="en-US">
                <a:solidFill>
                  <a:srgbClr val="28342F"/>
                </a:solidFill>
                <a:latin typeface="Arial"/>
                <a:ea typeface="Arial"/>
                <a:cs typeface="Arial"/>
              </a:defRPr>
            </a:pPr>
            <a:r>
              <a:rPr sz="1875" b="0" lang="he-IL" altLang="en-US">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7F41EBA5-3B56-4AA2-B62A-80AB95F2C030}"/>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6B6A64"/>
                </a:solidFill>
                <a:latin typeface="Arial"/>
                <a:ea typeface="Arial"/>
                <a:cs typeface="Arial"/>
              </a:defRPr>
            </a:defPPr>
          </a:lstStyle>
          <a:p xmlns:a="http://schemas.openxmlformats.org/drawingml/2006/main">
            <a:pPr algn="r" rtl="1">
              <a:lnSpc>
                <a:spcPct val="100000"/>
              </a:lnSpc>
              <a:buNone/>
              <a:defRPr sz="1275" b="0" lang="he-IL" altLang="en-US">
                <a:solidFill>
                  <a:srgbClr val="6B6A64"/>
                </a:solidFill>
                <a:latin typeface="Arial"/>
                <a:ea typeface="Arial"/>
                <a:cs typeface="Arial"/>
              </a:defRPr>
            </a:pPr>
            <a:r>
              <a:rPr sz="1275" b="0" lang="he-IL" altLang="en-US">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330069887"/>
      </p:ext>
    </p:extLst>
  </p:cSld>
</p:sld>
</file>

<file path=ppt/slides/slide2.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5FCADA-F026-4C0A-8877-89858C094EA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BD18FE-9DD4-46B8-8960-7836627204B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D53A6AE6-9FF5-43CE-94E5-60489779C9C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E1F7AC06-2DDE-4277-B49C-E2042285F25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6E0FC4C-AB93-41C7-B127-6FF3FC6A2BCF}"/>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550" b="1">
                <a:solidFill>
                  <a:srgbClr val="A65F48"/>
                </a:solidFill>
                <a:latin typeface="Arial"/>
                <a:ea typeface="Arial"/>
                <a:cs typeface="Arial"/>
              </a:defRPr>
            </a:defPPr>
          </a:lstStyle>
          <a:p xmlns:a="http://schemas.openxmlformats.org/drawingml/2006/main">
            <a:pPr algn="r" rtl="1">
              <a:lnSpc>
                <a:spcPct val="95000"/>
              </a:lnSpc>
              <a:buNone/>
              <a:defRPr sz="2550" b="1" lang="he-IL" altLang="en-US">
                <a:solidFill>
                  <a:srgbClr val="A65F48"/>
                </a:solidFill>
                <a:latin typeface="Arial"/>
                <a:ea typeface="Arial"/>
                <a:cs typeface="Arial"/>
              </a:defRPr>
            </a:pPr>
            <a:r>
              <a:rPr sz="2550" b="1" lang="he-IL" altLang="en-US">
                <a:solidFill>
                  <a:srgbClr val="A65F48"/>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797D4D7C-48C8-4C9B-9ADA-367B096A71CB}"/>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00" b="0">
                <a:solidFill>
                  <a:srgbClr val="28342F"/>
                </a:solidFill>
                <a:latin typeface="Arial"/>
                <a:ea typeface="Arial"/>
                <a:cs typeface="Arial"/>
              </a:defRPr>
            </a:defPPr>
          </a:lstStyle>
          <a:p xmlns:a="http://schemas.openxmlformats.org/drawingml/2006/main">
            <a:pPr algn="r" rtl="1">
              <a:lnSpc>
                <a:spcPct val="108000"/>
              </a:lnSpc>
              <a:buNone/>
              <a:defRPr sz="1800" b="0" lang="he-IL" altLang="en-US">
                <a:solidFill>
                  <a:srgbClr val="28342F"/>
                </a:solidFill>
                <a:latin typeface="Arial"/>
                <a:ea typeface="Arial"/>
                <a:cs typeface="Arial"/>
              </a:defRPr>
            </a:pPr>
            <a:r>
              <a:rPr sz="1800" b="0" lang="he-IL" altLang="en-US">
                <a:solidFill>
                  <a:srgbClr val="28342F"/>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EE7C86A2-BF5C-41A6-8FD8-D1704E6CCB56}"/>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8F1"/>
          </a:solidFill>
          <a:ln xmlns:a="http://schemas.openxmlformats.org/drawingml/2006/main" w="19050">
            <a:solidFill>
              <a:srgbClr val="D2C5B5"/>
            </a:solidFill>
            <a:prstDash val="solid"/>
          </a:ln>
        </p:spPr>
      </p:sp>
      <p:sp>
        <p:nvSpPr>
          <p:cNvPr id="8" name="">
            <a:extLst xmlns:a="http://schemas.openxmlformats.org/drawingml/2006/main">
              <a:ext uri="{FF2B5EF4-FFF2-40B4-BE49-F238E27FC236}">
                <a16:creationId xmlns:a16="http://schemas.microsoft.com/office/drawing/2014/main" id="{52A4613F-1DD0-4E5C-9030-A9AEBAD285F1}"/>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314B40"/>
                </a:solidFill>
                <a:latin typeface="Arial"/>
                <a:ea typeface="Arial"/>
                <a:cs typeface="Arial"/>
              </a:defRPr>
            </a:defPPr>
          </a:lstStyle>
          <a:p xmlns:a="http://schemas.openxmlformats.org/drawingml/2006/main">
            <a:pPr algn="ctr" rtl="1">
              <a:lnSpc>
                <a:spcPct val="100000"/>
              </a:lnSpc>
              <a:buNone/>
              <a:defRPr sz="2325" b="1" lang="he-IL" altLang="en-US">
                <a:solidFill>
                  <a:srgbClr val="314B40"/>
                </a:solidFill>
                <a:latin typeface="Arial"/>
                <a:ea typeface="Arial"/>
                <a:cs typeface="Arial"/>
              </a:defRPr>
            </a:pPr>
            <a:r>
              <a:rPr sz="2325" b="1" lang="he-IL" altLang="en-US">
                <a:solidFill>
                  <a:srgbClr val="314B40"/>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5F39CA4E-E373-4F08-87ED-3A3C10FDDAEA}"/>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A65F48"/>
                </a:solidFill>
                <a:latin typeface="Arial"/>
                <a:ea typeface="Arial"/>
                <a:cs typeface="Arial"/>
              </a:defRPr>
            </a:defPPr>
          </a:lstStyle>
          <a:p xmlns:a="http://schemas.openxmlformats.org/drawingml/2006/main">
            <a:pPr algn="ctr" rtl="1">
              <a:lnSpc>
                <a:spcPct val="100000"/>
              </a:lnSpc>
              <a:buNone/>
              <a:defRPr sz="2325" b="1" lang="he-IL" altLang="en-US">
                <a:solidFill>
                  <a:srgbClr val="A65F48"/>
                </a:solidFill>
                <a:latin typeface="Arial"/>
                <a:ea typeface="Arial"/>
                <a:cs typeface="Arial"/>
              </a:defRPr>
            </a:pPr>
            <a:r>
              <a:rPr sz="2325" b="1" lang="he-IL" altLang="en-US">
                <a:solidFill>
                  <a:srgbClr val="A65F48"/>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6873EFD3-303C-4401-B642-485F1F1154D1}"/>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526D69"/>
                </a:solidFill>
                <a:latin typeface="Arial"/>
                <a:ea typeface="Arial"/>
                <a:cs typeface="Arial"/>
              </a:defRPr>
            </a:defPPr>
          </a:lstStyle>
          <a:p xmlns:a="http://schemas.openxmlformats.org/drawingml/2006/main">
            <a:pPr algn="ctr" rtl="1">
              <a:lnSpc>
                <a:spcPct val="100000"/>
              </a:lnSpc>
              <a:buNone/>
              <a:defRPr sz="2325" b="1" lang="he-IL" altLang="en-US">
                <a:solidFill>
                  <a:srgbClr val="526D69"/>
                </a:solidFill>
                <a:latin typeface="Arial"/>
                <a:ea typeface="Arial"/>
                <a:cs typeface="Arial"/>
              </a:defRPr>
            </a:pPr>
            <a:r>
              <a:rPr sz="2325" b="1" lang="he-IL" altLang="en-US">
                <a:solidFill>
                  <a:srgbClr val="526D69"/>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CCFA4080-82B4-49A6-A548-0A9F7D3EB577}"/>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6B6A64"/>
                </a:solidFill>
                <a:latin typeface="Arial"/>
                <a:ea typeface="Arial"/>
                <a:cs typeface="Arial"/>
              </a:defRPr>
            </a:defPPr>
          </a:lstStyle>
          <a:p xmlns:a="http://schemas.openxmlformats.org/drawingml/2006/main">
            <a:pPr algn="ctr" rtl="1">
              <a:lnSpc>
                <a:spcPct val="100000"/>
              </a:lnSpc>
              <a:buNone/>
              <a:defRPr sz="1050" b="0" lang="he-IL" altLang="en-US">
                <a:solidFill>
                  <a:srgbClr val="6B6A64"/>
                </a:solidFill>
                <a:latin typeface="Arial"/>
                <a:ea typeface="Arial"/>
                <a:cs typeface="Arial"/>
              </a:defRPr>
            </a:pPr>
            <a:r>
              <a:rPr sz="1050" b="0" lang="he-IL" altLang="en-US">
                <a:solidFill>
                  <a:srgbClr val="6B6A64"/>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7D196F13-6D6C-4120-B8AD-42AB3AC9680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4CCDE8D2-81C7-4A01-B7FC-8DCBE588C5B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02</a:t>
            </a:r>
          </a:p>
        </p:txBody>
      </p:sp>
    </p:spTree>
    <p:extLst>
      <p:ext uri="{BB962C8B-B14F-4D97-AF65-F5344CB8AC3E}">
        <p14:creationId xmlns:p14="http://schemas.microsoft.com/office/powerpoint/2010/main" val="551292380"/>
      </p:ext>
    </p:extLst>
  </p:cSld>
</p:sld>
</file>

<file path=ppt/slides/slide3.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E062F16-4C25-4A6D-B11D-7904AAEDCE6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30E820-C0A5-4754-A74F-CD4D0CB4C961}"/>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CA923414-031E-4F70-B765-03865565B26E}"/>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A1A9244A-4EF1-4350-8FE9-EDF66460827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66E83E44-4C65-47E0-82C0-0E38915A96CB}"/>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D2C5B5"/>
            </a:solidFill>
            <a:prstDash val="solid"/>
          </a:ln>
        </p:spPr>
      </p:sp>
      <p:sp>
        <p:nvSpPr>
          <p:cNvPr id="6" name="">
            <a:extLst xmlns:a="http://schemas.openxmlformats.org/drawingml/2006/main">
              <a:ext uri="{FF2B5EF4-FFF2-40B4-BE49-F238E27FC236}">
                <a16:creationId xmlns:a16="http://schemas.microsoft.com/office/drawing/2014/main" id="{3A10B7E7-5B0C-4707-A715-3EB162DF0912}"/>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708474-156C-4701-8B71-5060659193B2}"/>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5EBAEC2B-73DE-4298-9299-2BBC76920067}"/>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5771F662-3A44-4286-B843-C86B89AB91A9}"/>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526D69"/>
                </a:solidFill>
                <a:latin typeface="Arial"/>
                <a:ea typeface="Arial"/>
                <a:cs typeface="Arial"/>
              </a:defRPr>
            </a:defPPr>
          </a:lstStyle>
          <a:p xmlns:a="http://schemas.openxmlformats.org/drawingml/2006/main">
            <a:pPr algn="r" rtl="1">
              <a:lnSpc>
                <a:spcPct val="100000"/>
              </a:lnSpc>
              <a:buNone/>
              <a:defRPr sz="1575" b="1" lang="he-IL" altLang="en-US">
                <a:solidFill>
                  <a:srgbClr val="526D69"/>
                </a:solidFill>
                <a:latin typeface="Arial"/>
                <a:ea typeface="Arial"/>
                <a:cs typeface="Arial"/>
              </a:defRPr>
            </a:pPr>
            <a:r>
              <a:rPr sz="1575" b="1" lang="he-IL" altLang="en-US">
                <a:solidFill>
                  <a:srgbClr val="526D69"/>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F29ADF30-5A2F-44FC-8044-1670F50B6332}"/>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8342F"/>
                </a:solidFill>
                <a:latin typeface="Arial"/>
                <a:ea typeface="Arial"/>
                <a:cs typeface="Arial"/>
              </a:defRPr>
            </a:defPPr>
          </a:lstStyle>
          <a:p xmlns:a="http://schemas.openxmlformats.org/drawingml/2006/main">
            <a:pPr algn="r" rtl="1">
              <a:lnSpc>
                <a:spcPct val="100000"/>
              </a:lnSpc>
              <a:buNone/>
              <a:defRPr sz="1275" b="0" lang="he-IL" altLang="en-US">
                <a:solidFill>
                  <a:srgbClr val="28342F"/>
                </a:solidFill>
                <a:latin typeface="Arial"/>
                <a:ea typeface="Arial"/>
                <a:cs typeface="Arial"/>
              </a:defRPr>
            </a:pPr>
            <a:r>
              <a:rPr sz="1275" b="0" lang="he-IL" altLang="en-US">
                <a:solidFill>
                  <a:srgbClr val="28342F"/>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8D33EA0B-DC7F-4596-948A-684EB49D512B}"/>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179E75-902B-476F-B551-DADC9D3219DA}"/>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DDE26BF-BA27-41D2-9C57-A0CF96BD72BD}"/>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2EC96813-966D-41E3-9DD9-D50C1764F10E}"/>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314B40"/>
                </a:solidFill>
                <a:latin typeface="Arial"/>
                <a:ea typeface="Arial"/>
                <a:cs typeface="Arial"/>
              </a:defRPr>
            </a:defPPr>
          </a:lstStyle>
          <a:p xmlns:a="http://schemas.openxmlformats.org/drawingml/2006/main">
            <a:pPr algn="r" rtl="1">
              <a:lnSpc>
                <a:spcPct val="100000"/>
              </a:lnSpc>
              <a:buNone/>
              <a:defRPr sz="1575" b="1" lang="he-IL" altLang="en-US">
                <a:solidFill>
                  <a:srgbClr val="314B40"/>
                </a:solidFill>
                <a:latin typeface="Arial"/>
                <a:ea typeface="Arial"/>
                <a:cs typeface="Arial"/>
              </a:defRPr>
            </a:pPr>
            <a:r>
              <a:rPr sz="1575" b="1" lang="he-IL" altLang="en-US">
                <a:solidFill>
                  <a:srgbClr val="314B40"/>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4268CC27-234A-4B79-8CBF-9AE434113A01}"/>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8342F"/>
                </a:solidFill>
                <a:latin typeface="Arial"/>
                <a:ea typeface="Arial"/>
                <a:cs typeface="Arial"/>
              </a:defRPr>
            </a:defPPr>
          </a:lstStyle>
          <a:p xmlns:a="http://schemas.openxmlformats.org/drawingml/2006/main">
            <a:pPr algn="r" rtl="1">
              <a:lnSpc>
                <a:spcPct val="100000"/>
              </a:lnSpc>
              <a:buNone/>
              <a:defRPr sz="1275" b="0" lang="he-IL" altLang="en-US">
                <a:solidFill>
                  <a:srgbClr val="28342F"/>
                </a:solidFill>
                <a:latin typeface="Arial"/>
                <a:ea typeface="Arial"/>
                <a:cs typeface="Arial"/>
              </a:defRPr>
            </a:pPr>
            <a:r>
              <a:rPr sz="1275" b="0" lang="he-IL" altLang="en-US">
                <a:solidFill>
                  <a:srgbClr val="28342F"/>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6D9B7FE8-2C78-4CB3-88FF-9538400A4635}"/>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F80118-23C7-4BA7-8719-65DEEFEE56B7}"/>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83B51982-F26A-42DB-96B6-A1F7439C469C}"/>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DA94A110-4E0C-4FCF-85D7-F8B1B2CA0058}"/>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B87852"/>
                </a:solidFill>
                <a:latin typeface="Arial"/>
                <a:ea typeface="Arial"/>
                <a:cs typeface="Arial"/>
              </a:defRPr>
            </a:defPPr>
          </a:lstStyle>
          <a:p xmlns:a="http://schemas.openxmlformats.org/drawingml/2006/main">
            <a:pPr algn="r" rtl="1">
              <a:lnSpc>
                <a:spcPct val="100000"/>
              </a:lnSpc>
              <a:buNone/>
              <a:defRPr sz="1575" b="1" lang="he-IL" altLang="en-US">
                <a:solidFill>
                  <a:srgbClr val="B87852"/>
                </a:solidFill>
                <a:latin typeface="Arial"/>
                <a:ea typeface="Arial"/>
                <a:cs typeface="Arial"/>
              </a:defRPr>
            </a:pPr>
            <a:r>
              <a:rPr sz="1575" b="1" lang="he-IL" altLang="en-US">
                <a:solidFill>
                  <a:srgbClr val="B87852"/>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DA002B20-9B3D-4381-8716-8460A9B893EC}"/>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8342F"/>
                </a:solidFill>
                <a:latin typeface="Arial"/>
                <a:ea typeface="Arial"/>
                <a:cs typeface="Arial"/>
              </a:defRPr>
            </a:defPPr>
          </a:lstStyle>
          <a:p xmlns:a="http://schemas.openxmlformats.org/drawingml/2006/main">
            <a:pPr algn="r" rtl="1">
              <a:lnSpc>
                <a:spcPct val="100000"/>
              </a:lnSpc>
              <a:buNone/>
              <a:defRPr sz="1275" b="0" lang="he-IL" altLang="en-US">
                <a:solidFill>
                  <a:srgbClr val="28342F"/>
                </a:solidFill>
                <a:latin typeface="Arial"/>
                <a:ea typeface="Arial"/>
                <a:cs typeface="Arial"/>
              </a:defRPr>
            </a:pPr>
            <a:r>
              <a:rPr sz="1275" b="0" lang="he-IL" altLang="en-US">
                <a:solidFill>
                  <a:srgbClr val="28342F"/>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30D956B9-BD9B-40B3-88C0-6A30CDD5FE23}"/>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76556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D2D22E-00B8-4A79-9574-B70FA61AEE8D}"/>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A97D4C4C-1BE7-4FF3-8DA1-F62EF379BA26}"/>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025" b="1">
                <a:solidFill>
                  <a:srgbClr val="28342F"/>
                </a:solidFill>
                <a:latin typeface="Arial"/>
                <a:ea typeface="Arial"/>
                <a:cs typeface="Arial"/>
              </a:defRPr>
            </a:defPPr>
          </a:lstStyle>
          <a:p xmlns:a="http://schemas.openxmlformats.org/drawingml/2006/main">
            <a:pPr algn="r" rtl="1">
              <a:lnSpc>
                <a:spcPct val="100000"/>
              </a:lnSpc>
              <a:buNone/>
              <a:defRPr sz="2025" b="1" lang="he-IL" altLang="en-US">
                <a:solidFill>
                  <a:srgbClr val="28342F"/>
                </a:solidFill>
                <a:latin typeface="Arial"/>
                <a:ea typeface="Arial"/>
                <a:cs typeface="Arial"/>
              </a:defRPr>
            </a:pPr>
            <a:r>
              <a:rPr sz="2025" b="1" lang="he-IL" altLang="en-US">
                <a:solidFill>
                  <a:srgbClr val="28342F"/>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A39EE88B-6E57-4C62-A9A5-B4DE4938B50D}"/>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765564"/>
                </a:solidFill>
                <a:latin typeface="Arial"/>
                <a:ea typeface="Arial"/>
                <a:cs typeface="Arial"/>
              </a:defRPr>
            </a:defPPr>
          </a:lstStyle>
          <a:p xmlns:a="http://schemas.openxmlformats.org/drawingml/2006/main">
            <a:pPr algn="r" rtl="1">
              <a:lnSpc>
                <a:spcPct val="100000"/>
              </a:lnSpc>
              <a:buNone/>
              <a:defRPr sz="1575" b="1" lang="he-IL" altLang="en-US">
                <a:solidFill>
                  <a:srgbClr val="765564"/>
                </a:solidFill>
                <a:latin typeface="Arial"/>
                <a:ea typeface="Arial"/>
                <a:cs typeface="Arial"/>
              </a:defRPr>
            </a:pPr>
            <a:r>
              <a:rPr sz="1575" b="1" lang="he-IL" altLang="en-US">
                <a:solidFill>
                  <a:srgbClr val="765564"/>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FF0C9E90-76EA-47DA-85AB-1484A130E67B}"/>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8342F"/>
                </a:solidFill>
                <a:latin typeface="Arial"/>
                <a:ea typeface="Arial"/>
                <a:cs typeface="Arial"/>
              </a:defRPr>
            </a:defPPr>
          </a:lstStyle>
          <a:p xmlns:a="http://schemas.openxmlformats.org/drawingml/2006/main">
            <a:pPr algn="r" rtl="1">
              <a:lnSpc>
                <a:spcPct val="100000"/>
              </a:lnSpc>
              <a:buNone/>
              <a:defRPr sz="1275" b="0" lang="he-IL" altLang="en-US">
                <a:solidFill>
                  <a:srgbClr val="28342F"/>
                </a:solidFill>
                <a:latin typeface="Arial"/>
                <a:ea typeface="Arial"/>
                <a:cs typeface="Arial"/>
              </a:defRPr>
            </a:pPr>
            <a:r>
              <a:rPr sz="1275" b="0" lang="he-IL" altLang="en-US">
                <a:solidFill>
                  <a:srgbClr val="28342F"/>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18090FEB-4DD8-4FA3-9AC4-19CBF8DE4A95}"/>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575" b="1">
                <a:solidFill>
                  <a:srgbClr val="A65F48"/>
                </a:solidFill>
                <a:latin typeface="Arial"/>
                <a:ea typeface="Arial"/>
                <a:cs typeface="Arial"/>
              </a:defRPr>
            </a:defPPr>
          </a:lstStyle>
          <a:p xmlns:a="http://schemas.openxmlformats.org/drawingml/2006/main">
            <a:pPr algn="ctr" rtl="1">
              <a:lnSpc>
                <a:spcPct val="100000"/>
              </a:lnSpc>
              <a:buNone/>
              <a:defRPr sz="1575" b="1" lang="he-IL" altLang="en-US">
                <a:solidFill>
                  <a:srgbClr val="A65F48"/>
                </a:solidFill>
                <a:latin typeface="Arial"/>
                <a:ea typeface="Arial"/>
                <a:cs typeface="Arial"/>
              </a:defRPr>
            </a:pPr>
            <a:r>
              <a:rPr sz="1575" b="1" lang="he-IL" altLang="en-US">
                <a:solidFill>
                  <a:srgbClr val="A65F48"/>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9E640303-BD67-40AC-8497-159BA76B238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9405C512-ADC3-4089-ABCD-697CD0848CB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03</a:t>
            </a:r>
          </a:p>
        </p:txBody>
      </p:sp>
    </p:spTree>
    <p:extLst>
      <p:ext uri="{BB962C8B-B14F-4D97-AF65-F5344CB8AC3E}">
        <p14:creationId xmlns:p14="http://schemas.microsoft.com/office/powerpoint/2010/main" val="711521675"/>
      </p:ext>
    </p:extLst>
  </p:cSld>
</p:sld>
</file>

<file path=ppt/slides/slide4.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B7F3E3-AAF7-4DF0-8AF3-2A5B7F5121F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232634-E3A7-40E9-A0EB-0C679CC63D2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EAB95806-925C-416E-A969-EEB11FD0132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4F7CA44A-F348-462E-B616-498637EB128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5F9419B5-57B0-4CF8-B09C-AC7C8D2CC55B}"/>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4529FE-3400-499F-995F-C0669FF3533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rtl="1">
              <a:defRPr sz="2550" b="1">
                <a:solidFill>
                  <a:srgbClr val="FFFFFF"/>
                </a:solidFill>
                <a:latin typeface="Arial"/>
                <a:ea typeface="Arial"/>
                <a:cs typeface="Arial"/>
              </a:defRPr>
            </a:defPPr>
          </a:lstStyle>
          <a:p xmlns:a="http://schemas.openxmlformats.org/drawingml/2006/main">
            <a:pPr algn="ctr" rtl="1">
              <a:lnSpc>
                <a:spcPct val="100000"/>
              </a:lnSpc>
              <a:buNone/>
              <a:defRPr sz="2550" b="1" lang="he-IL" altLang="en-US">
                <a:solidFill>
                  <a:srgbClr val="FFFFFF"/>
                </a:solidFill>
                <a:latin typeface="Arial"/>
                <a:ea typeface="Arial"/>
                <a:cs typeface="Arial"/>
              </a:defRPr>
            </a:pPr>
            <a:r>
              <a:rPr sz="2550" b="1" lang="he-IL" altLang="en-US">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3C091F0D-5663-4CBB-9C55-9EE081FEE565}"/>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0">
                <a:solidFill>
                  <a:srgbClr val="F6F0E6"/>
                </a:solidFill>
                <a:latin typeface="Arial"/>
                <a:ea typeface="Arial"/>
                <a:cs typeface="Arial"/>
              </a:defRPr>
            </a:defPPr>
          </a:lstStyle>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לימוד פרטי</a:t>
            </a:r>
          </a:p>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ניסיון מצטבר</a:t>
            </a:r>
          </a:p>
          <a:p xmlns:a="http://schemas.openxmlformats.org/drawingml/2006/main">
            <a:pPr algn="ctr" rtl="1">
              <a:lnSpc>
                <a:spcPct val="120000"/>
              </a:lnSpc>
              <a:buNone/>
              <a:defRPr sz="1800" b="0" lang="he-IL" altLang="en-US">
                <a:solidFill>
                  <a:srgbClr val="F6F0E6"/>
                </a:solidFill>
                <a:latin typeface="Arial"/>
                <a:ea typeface="Arial"/>
                <a:cs typeface="Arial"/>
              </a:defRPr>
            </a:pPr>
            <a:r>
              <a:rPr sz="1800" b="0" lang="he-IL" altLang="en-US">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B61FCA2E-83AC-4AF1-A30B-C6478FB76779}"/>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250" b="1">
                <a:solidFill>
                  <a:srgbClr val="28342F"/>
                </a:solidFill>
                <a:latin typeface="Arial"/>
                <a:ea typeface="Arial"/>
                <a:cs typeface="Arial"/>
              </a:defRPr>
            </a:defPPr>
          </a:lstStyle>
          <a:p xmlns:a="http://schemas.openxmlformats.org/drawingml/2006/main">
            <a:pPr algn="r" rtl="1">
              <a:lnSpc>
                <a:spcPct val="108000"/>
              </a:lnSpc>
              <a:buNone/>
              <a:defRPr sz="2250" b="1" lang="he-IL" altLang="en-US">
                <a:solidFill>
                  <a:srgbClr val="28342F"/>
                </a:solidFill>
                <a:latin typeface="Arial"/>
                <a:ea typeface="Arial"/>
                <a:cs typeface="Arial"/>
              </a:defRPr>
            </a:pPr>
            <a:r>
              <a:rPr sz="2250" b="1" lang="he-IL" altLang="en-US">
                <a:solidFill>
                  <a:srgbClr val="28342F"/>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8449407C-D7FD-4255-9643-74768F332EE5}"/>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A65F48"/>
                </a:solidFill>
                <a:latin typeface="Arial"/>
                <a:ea typeface="Arial"/>
                <a:cs typeface="Arial"/>
              </a:defRPr>
            </a:defPPr>
          </a:lstStyle>
          <a:p xmlns:a="http://schemas.openxmlformats.org/drawingml/2006/main">
            <a:pPr algn="r" rtl="1">
              <a:lnSpc>
                <a:spcPct val="100000"/>
              </a:lnSpc>
              <a:buNone/>
              <a:defRPr sz="1500" b="0" lang="he-IL" altLang="en-US">
                <a:solidFill>
                  <a:srgbClr val="A65F48"/>
                </a:solidFill>
                <a:latin typeface="Arial"/>
                <a:ea typeface="Arial"/>
                <a:cs typeface="Arial"/>
              </a:defRPr>
            </a:pPr>
            <a:r>
              <a:rPr sz="1500" b="0" lang="he-IL" altLang="en-US">
                <a:solidFill>
                  <a:srgbClr val="A65F48"/>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4035F6E2-4BB3-4DF2-A090-ED69E190F93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FE9BD219-25B7-41A9-8C1A-9E2C57D0888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04</a:t>
            </a:r>
          </a:p>
        </p:txBody>
      </p:sp>
    </p:spTree>
    <p:extLst>
      <p:ext uri="{BB962C8B-B14F-4D97-AF65-F5344CB8AC3E}">
        <p14:creationId xmlns:p14="http://schemas.microsoft.com/office/powerpoint/2010/main" val="1623222996"/>
      </p:ext>
    </p:extLst>
  </p:cSld>
</p:sld>
</file>

<file path=ppt/slides/slide5.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C10648-B4A6-464A-9246-92EB9B20DAE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620F8-2C6D-4FBD-A8A3-21A8998F3C8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59C96CB9-9A6D-4A0C-AF3C-06F9F022306B}"/>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8B0E4289-5AE0-4B92-A6D1-2D63A3A4419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BED6D052-4544-4E79-B95C-99A51569A2F3}"/>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689AF-2BC6-489F-9DCA-8BB479CDFC6C}"/>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C20D87A0-FE06-4F6D-B65B-75131203FB48}"/>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אביב</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32F476CF-DCC2-4AFF-90D7-E2AC9E502FCC}"/>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A7343D-DFF9-46E6-8E8A-920D4653F198}"/>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A5BCFF34-22AE-4A92-8889-AF9640F4E10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קיץ</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415168BC-DEE4-4313-8547-6EB39A33EA8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891CB7-8665-4826-A04B-B5BCEA1A5003}"/>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88FE42A-695E-44AF-913D-DB215106AEB5}"/>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מרכז</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A6277423-000B-4A86-9F3A-3E1787982E99}"/>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20465F-8673-4BEB-820D-CBC537910C09}"/>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1EDF8869-29F6-4AEB-A014-8C10CF15FFD2}"/>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סתיו</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D302CFF4-A8E2-4501-A7EA-5F9A71A0AD55}"/>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C29455-2328-4945-856C-101D576B3AA9}"/>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72FBC752-364E-4DEA-8621-8C288198BAB0}"/>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חורף</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DD4F1619-8457-480E-868B-36B6E00EB83B}"/>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75" b="0">
                <a:solidFill>
                  <a:srgbClr val="28342F"/>
                </a:solidFill>
                <a:latin typeface="Arial"/>
                <a:ea typeface="Arial"/>
                <a:cs typeface="Arial"/>
              </a:defRPr>
            </a:defPPr>
          </a:lstStyle>
          <a:p xmlns:a="http://schemas.openxmlformats.org/drawingml/2006/main">
            <a:pPr algn="ctr" rtl="1">
              <a:lnSpc>
                <a:spcPct val="108000"/>
              </a:lnSpc>
              <a:buNone/>
              <a:defRPr sz="1875" b="0" lang="he-IL" altLang="en-US">
                <a:solidFill>
                  <a:srgbClr val="28342F"/>
                </a:solidFill>
                <a:latin typeface="Arial"/>
                <a:ea typeface="Arial"/>
                <a:cs typeface="Arial"/>
              </a:defRPr>
            </a:pPr>
            <a:r>
              <a:rPr sz="1875" b="0" lang="he-IL" altLang="en-US">
                <a:solidFill>
                  <a:srgbClr val="28342F"/>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F388A7AE-AE05-4C8D-8280-D997FCF5B2C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6B6A64"/>
                </a:solidFill>
                <a:latin typeface="Arial"/>
                <a:ea typeface="Arial"/>
                <a:cs typeface="Arial"/>
              </a:defRPr>
            </a:defPPr>
          </a:lstStyle>
          <a:p xmlns:a="http://schemas.openxmlformats.org/drawingml/2006/main">
            <a:pPr algn="ctr" rtl="1">
              <a:lnSpc>
                <a:spcPct val="100000"/>
              </a:lnSpc>
              <a:buNone/>
              <a:defRPr sz="1050" b="0" lang="he-IL" altLang="en-US">
                <a:solidFill>
                  <a:srgbClr val="6B6A64"/>
                </a:solidFill>
                <a:latin typeface="Arial"/>
                <a:ea typeface="Arial"/>
                <a:cs typeface="Arial"/>
              </a:defRPr>
            </a:pPr>
            <a:r>
              <a:rPr sz="1050" b="0" lang="he-IL" altLang="en-US">
                <a:solidFill>
                  <a:srgbClr val="6B6A64"/>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13D9A9D1-F95C-4974-B2C4-31D5C7286E6A}"/>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050323B9-791E-4496-A1AD-C4D2C7A8F35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05</a:t>
            </a:r>
          </a:p>
        </p:txBody>
      </p:sp>
    </p:spTree>
    <p:extLst>
      <p:ext uri="{BB962C8B-B14F-4D97-AF65-F5344CB8AC3E}">
        <p14:creationId xmlns:p14="http://schemas.microsoft.com/office/powerpoint/2010/main" val="1657604688"/>
      </p:ext>
    </p:extLst>
  </p:cSld>
</p:sld>
</file>

<file path=ppt/slides/slide6.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8CED0985-EF1A-4596-B297-AB1DDBCBDE07}"/>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5B01B4A4-233E-4645-BADB-EF8F81EB9D8B}"/>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FE008B4-6D21-42FA-999A-29B8CF5DD769}"/>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1B29146-4668-42CD-9DA9-1A395BEAA6EF}"/>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68FA3F6-815A-4666-82EA-21672CD96015}"/>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sp>
        <p:nvSpPr>
          <p:cNvPr id="28" name="">
            <a:extLst xmlns:a="http://schemas.openxmlformats.org/drawingml/2006/main">
              <a:ext uri="{FF2B5EF4-FFF2-40B4-BE49-F238E27FC236}">
                <a16:creationId xmlns:a16="http://schemas.microsoft.com/office/drawing/2014/main" id="{7467A8B2-68A1-4118-ADEE-6604DA5F35A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CF4E58-EF2D-44CE-9BAC-BE3C26DA5FC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45486275-4E7F-4DD4-B1F4-6785817169D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3C7197A4-2810-4A14-89E7-E50DEA1562D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5AB6032-66B4-4F8E-AFFD-28818678CCD2}"/>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C47DD6-CABB-488B-9889-705E769F0CFB}"/>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B4DCDE26-FA73-4303-A0FF-3165DD88581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5E8E764D-CB87-488B-A65E-416143E51E67}"/>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E86324-723F-48D9-BFAB-9D54DD200CE0}"/>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33FB1465-D6AA-4B6E-8BB8-90F84AA15E1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6AC6C326-6F79-450C-A61C-91E3D28A46D2}"/>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DF509D-73EE-488D-9011-01BE16D88ADA}"/>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6D84A3B9-6190-497B-B5B3-08BF5C22F909}"/>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98181327-B109-4219-8DA7-6B87D2EAFC6D}"/>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8915B8-D386-4ADB-8D90-62C4D4ACA877}"/>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EA8133CF-EBE6-4719-A68B-58626721B6C8}"/>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B9D5522F-4DB4-4F90-A78E-33115E013E8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85BD792-CA3F-48E5-A81F-B46B4827E4B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9947BDE-8156-4068-8A77-3419E30A5BEB}"/>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477A1B8B-679B-4810-BCD9-CAAA22DBCA0C}"/>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28342F"/>
                </a:solidFill>
                <a:latin typeface="Arial"/>
                <a:ea typeface="Arial"/>
                <a:cs typeface="Arial"/>
              </a:defRPr>
            </a:defPPr>
          </a:lstStyle>
          <a:p xmlns:a="http://schemas.openxmlformats.org/drawingml/2006/main">
            <a:pPr algn="ctr" rtl="1">
              <a:lnSpc>
                <a:spcPct val="102000"/>
              </a:lnSpc>
              <a:buNone/>
              <a:defRPr sz="1800" b="1" lang="he-IL" altLang="en-US">
                <a:solidFill>
                  <a:srgbClr val="28342F"/>
                </a:solidFill>
                <a:latin typeface="Arial"/>
                <a:ea typeface="Arial"/>
                <a:cs typeface="Arial"/>
              </a:defRPr>
            </a:pPr>
            <a:r>
              <a:rPr sz="1800" b="1" lang="he-IL" altLang="en-US">
                <a:solidFill>
                  <a:srgbClr val="28342F"/>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745E40BD-17DD-484E-AB8E-83C93A586F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37EE8A65-197F-4E48-80ED-C746CCFA539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06</a:t>
            </a:r>
          </a:p>
        </p:txBody>
      </p:sp>
    </p:spTree>
    <p:extLst>
      <p:ext uri="{BB962C8B-B14F-4D97-AF65-F5344CB8AC3E}">
        <p14:creationId xmlns:p14="http://schemas.microsoft.com/office/powerpoint/2010/main" val="1721459144"/>
      </p:ext>
    </p:extLst>
  </p:cSld>
</p:sld>
</file>

<file path=ppt/slides/slide7.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99DC0BE-9140-4D8B-A4AF-99CCEBFF491D}"/>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151E35CB-2EB0-4886-B7F4-744AEAF787A8}"/>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92D1345-4C9A-4034-9AAD-E3DF8846FC74}"/>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5C13B2-9DB5-4B5F-9A5C-02B9D70C6EE1}"/>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B7622BD0-2E1E-43EE-9200-605A78A21762}"/>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sp>
        <p:nvSpPr>
          <p:cNvPr id="29" name="">
            <a:extLst xmlns:a="http://schemas.openxmlformats.org/drawingml/2006/main">
              <a:ext uri="{FF2B5EF4-FFF2-40B4-BE49-F238E27FC236}">
                <a16:creationId xmlns:a16="http://schemas.microsoft.com/office/drawing/2014/main" id="{153F5877-33ED-4FAB-8BF5-4493F5A0606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652161-7490-41D0-A3B9-47354558D27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8342F"/>
                </a:solidFill>
                <a:latin typeface="Arial"/>
                <a:ea typeface="Arial"/>
                <a:cs typeface="Arial"/>
              </a:defRPr>
            </a:defPPr>
          </a:lstStyle>
          <a:p xmlns:a="http://schemas.openxmlformats.org/drawingml/2006/main">
            <a:pPr algn="r" rtl="1">
              <a:lnSpc>
                <a:spcPct val="100000"/>
              </a:lnSpc>
              <a:buNone/>
              <a:defRPr sz="2400" b="1" lang="he-IL" altLang="en-US">
                <a:solidFill>
                  <a:srgbClr val="28342F"/>
                </a:solidFill>
                <a:latin typeface="Arial"/>
                <a:ea typeface="Arial"/>
                <a:cs typeface="Arial"/>
              </a:defRPr>
            </a:pPr>
            <a:r>
              <a:rPr sz="2400" b="1" lang="he-IL" altLang="en-US">
                <a:solidFill>
                  <a:srgbClr val="28342F"/>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8A84C811-0983-45A2-8D40-97D2052B8320}"/>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B6A64"/>
                </a:solidFill>
                <a:latin typeface="Arial"/>
                <a:ea typeface="Arial"/>
                <a:cs typeface="Arial"/>
              </a:defRPr>
            </a:defPPr>
          </a:lstStyle>
          <a:p xmlns:a="http://schemas.openxmlformats.org/drawingml/2006/main">
            <a:pPr algn="r" rtl="1">
              <a:lnSpc>
                <a:spcPct val="100000"/>
              </a:lnSpc>
              <a:buNone/>
              <a:defRPr sz="1500" b="0" lang="he-IL" altLang="en-US">
                <a:solidFill>
                  <a:srgbClr val="6B6A64"/>
                </a:solidFill>
                <a:latin typeface="Arial"/>
                <a:ea typeface="Arial"/>
                <a:cs typeface="Arial"/>
              </a:defRPr>
            </a:pPr>
            <a:r>
              <a:rPr sz="1500" b="0" lang="he-IL" altLang="en-US">
                <a:solidFill>
                  <a:srgbClr val="6B6A64"/>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AA4AABD7-07F1-4A34-8596-4446DDE50BC7}"/>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AE874709-59AD-4155-92BB-E8A4BA4DF1E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9A629A-7C8D-4282-89A0-39CF74DBED0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883DB4A2-AB0B-4136-B60E-72BFBA1698D3}"/>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F387408F-E4A3-4CAD-A1C1-FB3C740C238C}"/>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14C99C-2FBB-4851-995E-C825719668BD}"/>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73F8EBF1-DF03-4206-906A-F07DD72F617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031F1E60-EFBD-4D22-85C7-4C2C0013484E}"/>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D7549A-A30D-4E66-9F74-59270B31AA85}"/>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D6AB186-9830-4555-9F1C-B10BC1DF08C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AE37A8BD-30CF-402B-8D73-818D4BB2F310}"/>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DA8C5A-F20D-4459-AA89-F81C8E2F4446}"/>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BCFE63B2-CDEF-4D4B-A79C-49E559228E0C}"/>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83C20FA2-4D3B-4BB5-92D7-D095BFCC617C}"/>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FDBBA3-B0CF-4E80-8E7E-4DA1B028497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D9FF4723-A9CC-45A3-B048-EDEF67BC44A8}"/>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4DA7A6A2-0359-4B92-841A-A91AB97D98BC}"/>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2EEE5"/>
          </a:solidFill>
          <a:ln xmlns:a="http://schemas.openxmlformats.org/drawingml/2006/main" w="9525">
            <a:solidFill>
              <a:srgbClr val="D2C5B5"/>
            </a:solidFill>
            <a:prstDash val="solid"/>
          </a:ln>
        </p:spPr>
      </p:sp>
      <p:sp>
        <p:nvSpPr>
          <p:cNvPr id="26" name="">
            <a:extLst xmlns:a="http://schemas.openxmlformats.org/drawingml/2006/main">
              <a:ext uri="{FF2B5EF4-FFF2-40B4-BE49-F238E27FC236}">
                <a16:creationId xmlns:a16="http://schemas.microsoft.com/office/drawing/2014/main" id="{230F065D-95FF-4660-BE1E-51D0F103CE1C}"/>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28342F"/>
                </a:solidFill>
                <a:latin typeface="Arial"/>
                <a:ea typeface="Arial"/>
                <a:cs typeface="Arial"/>
              </a:defRPr>
            </a:defPPr>
          </a:lstStyle>
          <a:p xmlns:a="http://schemas.openxmlformats.org/drawingml/2006/main">
            <a:pPr algn="ctr" rtl="1">
              <a:lnSpc>
                <a:spcPct val="104000"/>
              </a:lnSpc>
              <a:buNone/>
              <a:defRPr sz="1800" b="1" lang="he-IL" altLang="en-US">
                <a:solidFill>
                  <a:srgbClr val="28342F"/>
                </a:solidFill>
                <a:latin typeface="Arial"/>
                <a:ea typeface="Arial"/>
                <a:cs typeface="Arial"/>
              </a:defRPr>
            </a:pPr>
            <a:r>
              <a:rPr sz="1800" b="1" lang="he-IL" altLang="en-US">
                <a:solidFill>
                  <a:srgbClr val="28342F"/>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DE9C0279-4992-4FB1-BEFD-088B0833C96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B6A64"/>
                </a:solidFill>
                <a:latin typeface="Arial"/>
                <a:ea typeface="Arial"/>
                <a:cs typeface="Arial"/>
              </a:defRPr>
            </a:defPPr>
          </a:lstStyle>
          <a:p xmlns:a="http://schemas.openxmlformats.org/drawingml/2006/main">
            <a:pPr algn="l" rtl="1">
              <a:lnSpc>
                <a:spcPct val="100000"/>
              </a:lnSpc>
              <a:buNone/>
              <a:defRPr sz="900" b="0" lang="he-IL" altLang="en-US">
                <a:solidFill>
                  <a:srgbClr val="6B6A64"/>
                </a:solidFill>
                <a:latin typeface="Arial"/>
                <a:ea typeface="Arial"/>
                <a:cs typeface="Arial"/>
              </a:defRPr>
            </a:pPr>
            <a:r>
              <a:rPr sz="900" b="0" lang="he-IL" altLang="en-US">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02A170C9-0A23-4237-8B00-FA34A685C03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07</a:t>
            </a:r>
          </a:p>
        </p:txBody>
      </p:sp>
    </p:spTree>
    <p:extLst>
      <p:ext uri="{BB962C8B-B14F-4D97-AF65-F5344CB8AC3E}">
        <p14:creationId xmlns:p14="http://schemas.microsoft.com/office/powerpoint/2010/main" val="729907039"/>
      </p:ext>
    </p:extLst>
  </p:cSld>
</p:sld>
</file>

<file path=ppt/slides/slide8.xml><?xml version="1.0" encoding="utf-8"?>
<p:sld xmlns:p="http://schemas.openxmlformats.org/presentationml/2006/main">
  <p:cSld>
    <p:bg>
      <p:bgPr>
        <a:solidFill xmlns:a="http://schemas.openxmlformats.org/drawingml/2006/main">
          <a:srgbClr val="28342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2FB035-8AED-4316-859E-FAAF4E45C372}"/>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850" b="1">
                <a:solidFill>
                  <a:srgbClr val="FFFFFF"/>
                </a:solidFill>
                <a:latin typeface="Arial"/>
                <a:ea typeface="Arial"/>
                <a:cs typeface="Arial"/>
              </a:defRPr>
            </a:defPPr>
          </a:lstStyle>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לא באה ללמד רק את מה שלמדתי.</a:t>
            </a:r>
          </a:p>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E2A404A7-B7B8-4A26-943E-7EA46CBB496C}"/>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87852"/>
            </a:solidFill>
            <a:prstDash val="solid"/>
          </a:ln>
        </p:spPr>
      </p:sp>
      <p:sp>
        <p:nvSpPr>
          <p:cNvPr id="3" name="">
            <a:extLst xmlns:a="http://schemas.openxmlformats.org/drawingml/2006/main">
              <a:ext uri="{FF2B5EF4-FFF2-40B4-BE49-F238E27FC236}">
                <a16:creationId xmlns:a16="http://schemas.microsoft.com/office/drawing/2014/main" id="{C8A746CF-30F9-49E8-BF6C-F351ED48913A}"/>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350" b="1">
                <a:solidFill>
                  <a:srgbClr val="EEE6DA"/>
                </a:solidFill>
                <a:latin typeface="Arial"/>
                <a:ea typeface="Arial"/>
                <a:cs typeface="Arial"/>
              </a:defRPr>
            </a:defPPr>
          </a:lstStyle>
          <a:p xmlns:a="http://schemas.openxmlformats.org/drawingml/2006/main">
            <a:pPr algn="ctr" rtl="1">
              <a:lnSpc>
                <a:spcPct val="100000"/>
              </a:lnSpc>
              <a:buNone/>
              <a:defRPr sz="1350" b="1" lang="he-IL" altLang="en-US">
                <a:solidFill>
                  <a:srgbClr val="EEE6DA"/>
                </a:solidFill>
                <a:latin typeface="Arial"/>
                <a:ea typeface="Arial"/>
                <a:cs typeface="Arial"/>
              </a:defRPr>
            </a:pPr>
            <a:r>
              <a:rPr sz="1350" b="1" lang="he-IL" altLang="en-US">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8D8C272-683F-44DE-8A88-831E290BF06C}"/>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400" b="0">
                <a:solidFill>
                  <a:srgbClr val="FFFFFF"/>
                </a:solidFill>
                <a:latin typeface="Arial"/>
                <a:ea typeface="Arial"/>
                <a:cs typeface="Arial"/>
              </a:defRPr>
            </a:defPPr>
          </a:lstStyle>
          <a:p xmlns:a="http://schemas.openxmlformats.org/drawingml/2006/main">
            <a:pPr algn="ctr" rtl="1">
              <a:lnSpc>
                <a:spcPct val="100000"/>
              </a:lnSpc>
              <a:buNone/>
              <a:defRPr sz="2400" b="0" lang="he-IL" altLang="en-US">
                <a:solidFill>
                  <a:srgbClr val="FFFFFF"/>
                </a:solidFill>
                <a:latin typeface="Arial"/>
                <a:ea typeface="Arial"/>
                <a:cs typeface="Arial"/>
              </a:defRPr>
            </a:pPr>
            <a:r>
              <a:rPr sz="2400" b="0" lang="he-IL" altLang="en-US">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324052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2026-10-01T03:58:18.6040000Z</dcterms:created>
  <dcterms:modified xsi:type="dcterms:W3CDTF">2026-10-01T03:58:18.6040000Z</dcterms:modified>
</coreProperties>
</file>