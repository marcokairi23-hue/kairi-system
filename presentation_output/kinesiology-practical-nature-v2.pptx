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28ebe213a740d9" /><Relationship Type="http://schemas.openxmlformats.org/officeDocument/2006/relationships/extended-properties" Target="/docProps/app.xml" Id="R9fbd0654cbb44b91" /><Relationship Type="http://schemas.openxmlformats.org/officeDocument/2006/relationships/officeDocument" Target="/ppt/presentation.xml" Id="Rf04d3b3e7b134c20" /></Relationships>
</file>

<file path=ppt/presentation.xml><?xml version="1.0" encoding="utf-8"?>
<p:presentation xmlns:p="http://schemas.openxmlformats.org/presentationml/2006/main">
  <p:sldMasterIdLst>
    <p:sldMasterId xmlns:r="http://schemas.openxmlformats.org/officeDocument/2006/relationships" id="2147483648" r:id="R8631e2de16184fd3"/>
  </p:sldMasterIdLst>
  <p:notesMasterIdLst>
    <p:notesMasterId xmlns:r="http://schemas.openxmlformats.org/officeDocument/2006/relationships" r:id="R42ca18b2a00f4092"/>
  </p:notesMasterIdLst>
  <p:sldIdLst>
    <p:sldId xmlns:r="http://schemas.openxmlformats.org/officeDocument/2006/relationships" id="256" r:id="R16c0886863804369"/>
    <p:sldId xmlns:r="http://schemas.openxmlformats.org/officeDocument/2006/relationships" id="257" r:id="R16828a702d7d4dda"/>
    <p:sldId xmlns:r="http://schemas.openxmlformats.org/officeDocument/2006/relationships" id="258" r:id="R82e683e2ea2649b1"/>
    <p:sldId xmlns:r="http://schemas.openxmlformats.org/officeDocument/2006/relationships" id="259" r:id="Reae1ca203ea3403c"/>
    <p:sldId xmlns:r="http://schemas.openxmlformats.org/officeDocument/2006/relationships" id="260" r:id="R6d65261299884dfc"/>
    <p:sldId xmlns:r="http://schemas.openxmlformats.org/officeDocument/2006/relationships" id="261" r:id="Ra3457764afda4561"/>
    <p:sldId xmlns:r="http://schemas.openxmlformats.org/officeDocument/2006/relationships" id="262" r:id="R326603e5cbb14932"/>
    <p:sldId xmlns:r="http://schemas.openxmlformats.org/officeDocument/2006/relationships" id="263" r:id="Rcc147f1df96d4e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4665ed2dc24dd5" /><Relationship Type="http://schemas.openxmlformats.org/officeDocument/2006/relationships/slideMaster" Target="/ppt/slideMasters/slideMaster1.xml" Id="R8631e2de16184fd3" /><Relationship Type="http://schemas.openxmlformats.org/officeDocument/2006/relationships/notesMaster" Target="/ppt/notesMasters/notesMaster1.xml" Id="R42ca18b2a00f4092" /><Relationship Type="http://schemas.openxmlformats.org/officeDocument/2006/relationships/presProps" Target="/ppt/presProps.xml" Id="R94120ed340b5444a" /><Relationship Type="http://schemas.openxmlformats.org/officeDocument/2006/relationships/tableStyles" Target="/ppt/tableStyles.xml" Id="Ra916b8e9f51c497e" /><Relationship Type="http://schemas.openxmlformats.org/officeDocument/2006/relationships/slide" Target="/ppt/slides/slide1.xml" Id="R16c0886863804369" /><Relationship Type="http://schemas.openxmlformats.org/officeDocument/2006/relationships/slide" Target="/ppt/slides/slide2.xml" Id="R16828a702d7d4dda" /><Relationship Type="http://schemas.openxmlformats.org/officeDocument/2006/relationships/slide" Target="/ppt/slides/slide3.xml" Id="R82e683e2ea2649b1" /><Relationship Type="http://schemas.openxmlformats.org/officeDocument/2006/relationships/slide" Target="/ppt/slides/slide4.xml" Id="Reae1ca203ea3403c" /><Relationship Type="http://schemas.openxmlformats.org/officeDocument/2006/relationships/slide" Target="/ppt/slides/slide5.xml" Id="R6d65261299884dfc" /><Relationship Type="http://schemas.openxmlformats.org/officeDocument/2006/relationships/slide" Target="/ppt/slides/slide6.xml" Id="Ra3457764afda4561" /><Relationship Type="http://schemas.openxmlformats.org/officeDocument/2006/relationships/slide" Target="/ppt/slides/slide7.xml" Id="R326603e5cbb14932" /><Relationship Type="http://schemas.openxmlformats.org/officeDocument/2006/relationships/slide" Target="/ppt/slides/slide8.xml" Id="Rcc147f1df96d4e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32fb9ca01a4b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0200df512248ff" /><Relationship Type="http://schemas.openxmlformats.org/officeDocument/2006/relationships/notesMaster" Target="/ppt/notesMasters/notesMaster1.xml" Id="R8010081cb4d046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575ddf5b254345" /><Relationship Type="http://schemas.openxmlformats.org/officeDocument/2006/relationships/notesMaster" Target="/ppt/notesMasters/notesMaster1.xml" Id="R93004f6f48d44c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757e9e297740f8" /><Relationship Type="http://schemas.openxmlformats.org/officeDocument/2006/relationships/notesMaster" Target="/ppt/notesMasters/notesMaster1.xml" Id="Rf1b1a35c79394e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290d5e3b2d4b5a" /><Relationship Type="http://schemas.openxmlformats.org/officeDocument/2006/relationships/notesMaster" Target="/ppt/notesMasters/notesMaster1.xml" Id="R8e6f1e8dc71d4d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666f263fd748db" /><Relationship Type="http://schemas.openxmlformats.org/officeDocument/2006/relationships/notesMaster" Target="/ppt/notesMasters/notesMaster1.xml" Id="R45198913bf4340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920e85029b4ade" /><Relationship Type="http://schemas.openxmlformats.org/officeDocument/2006/relationships/notesMaster" Target="/ppt/notesMasters/notesMaster1.xml" Id="Rb90dab6e4c6d41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80b202b2e24281" /><Relationship Type="http://schemas.openxmlformats.org/officeDocument/2006/relationships/notesMaster" Target="/ppt/notesMasters/notesMaster1.xml" Id="R90fd1a28364241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652651fda04534" /><Relationship Type="http://schemas.openxmlformats.org/officeDocument/2006/relationships/notesMaster" Target="/ppt/notesMasters/notesMaster1.xml" Id="R448442cfab9140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02c076433c48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3abab70c3a47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7107fe7c3f4e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637dd1c66b4c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0e0dd94be841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2cd4525c6c4a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84AC25-D4B3-479D-988E-43412E0283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CEF9F7-7430-47AC-A600-D7E2457722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0CABA2-9960-4A3E-8464-FBA723309B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2F1F0-25B1-46DD-9953-5FFC5924A0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68D789-C930-487A-BC8C-5D4B3BFC49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6574917-ED9A-4F68-9E96-47375542B7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45CD7E-1DB3-4025-AABF-3D18615086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95F4E4-CACC-4716-865D-11ED211EA6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2ABD1-5FDF-46C2-8AE3-66101D4AF3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B22C78-13A8-447E-9C58-91B39D442B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1bd3246b344af" /><Relationship Type="http://schemas.openxmlformats.org/officeDocument/2006/relationships/slideLayout" Target="/ppt/slideLayouts/slideLayout1.xml" Id="R37858d513e7145ae" /><Relationship Type="http://schemas.openxmlformats.org/officeDocument/2006/relationships/slideLayout" Target="/ppt/slideLayouts/slideLayout2.xml" Id="R19c128430a0740b8" /><Relationship Type="http://schemas.openxmlformats.org/officeDocument/2006/relationships/slideLayout" Target="/ppt/slideLayouts/slideLayout3.xml" Id="R49d7cb0be4e14133" /><Relationship Type="http://schemas.openxmlformats.org/officeDocument/2006/relationships/slideLayout" Target="/ppt/slideLayouts/slideLayout4.xml" Id="R5720dba02b8640b3" /><Relationship Type="http://schemas.openxmlformats.org/officeDocument/2006/relationships/slideLayout" Target="/ppt/slideLayouts/slideLayout5.xml" Id="Re99830eb680c490f" /><Relationship Type="http://schemas.openxmlformats.org/officeDocument/2006/relationships/slideLayout" Target="/ppt/slideLayouts/slideLayout6.xml" Id="R95a95d420a3945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858d513e7145ae"/>
    <p:sldLayoutId xmlns:r="http://schemas.openxmlformats.org/officeDocument/2006/relationships" id="2147483650" r:id="R19c128430a0740b8"/>
    <p:sldLayoutId xmlns:r="http://schemas.openxmlformats.org/officeDocument/2006/relationships" id="2147483651" r:id="R49d7cb0be4e14133"/>
    <p:sldLayoutId xmlns:r="http://schemas.openxmlformats.org/officeDocument/2006/relationships" id="2147483652" r:id="R5720dba02b8640b3"/>
    <p:sldLayoutId xmlns:r="http://schemas.openxmlformats.org/officeDocument/2006/relationships" id="2147483653" r:id="Re99830eb680c490f"/>
    <p:sldLayoutId xmlns:r="http://schemas.openxmlformats.org/officeDocument/2006/relationships" id="2147483654" r:id="R95a95d420a3945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33c48fad0d4f5c" /><Relationship Type="http://schemas.openxmlformats.org/officeDocument/2006/relationships/image" Target="/ppt/media/image.png" Id="Rdc0bd42742e9424c" /><Relationship Type="http://schemas.openxmlformats.org/officeDocument/2006/relationships/notesSlide" Target="/ppt/notesSlides/notesSlide1.xml" Id="Racad924f0f8541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a25e0eb3864af6" /><Relationship Type="http://schemas.openxmlformats.org/officeDocument/2006/relationships/notesSlide" Target="/ppt/notesSlides/notesSlide2.xml" Id="R3e40f109098341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7bcf05963049b8" /><Relationship Type="http://schemas.openxmlformats.org/officeDocument/2006/relationships/notesSlide" Target="/ppt/notesSlides/notesSlide3.xml" Id="Re8f4def2f9a748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46def6104f4126" /><Relationship Type="http://schemas.openxmlformats.org/officeDocument/2006/relationships/notesSlide" Target="/ppt/notesSlides/notesSlide4.xml" Id="Rf5decd94e26649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751178d78044e5" /><Relationship Type="http://schemas.openxmlformats.org/officeDocument/2006/relationships/notesSlide" Target="/ppt/notesSlides/notesSlide5.xml" Id="Rd3dbb9e90d0148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7f34f889174958" /><Relationship Type="http://schemas.openxmlformats.org/officeDocument/2006/relationships/notesSlide" Target="/ppt/notesSlides/notesSlide6.xml" Id="Re2a77194b8cd41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7990db6b0f4e00" /><Relationship Type="http://schemas.openxmlformats.org/officeDocument/2006/relationships/notesSlide" Target="/ppt/notesSlides/notesSlide7.xml" Id="R9cacb3a005c542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50f912f5094c49" /><Relationship Type="http://schemas.openxmlformats.org/officeDocument/2006/relationships/notesSlide" Target="/ppt/notesSlides/notesSlide8.xml" Id="R8e5a108ad3fe47d0"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FC16549-85F3-47AC-829D-7AA3BC0C3B11}"/>
              </a:ext>
            </a:extLst>
          </p:cNvPr>
          <p:cNvPicPr>
            <a:picLocks xmlns:a="http://schemas.openxmlformats.org/drawingml/2006/main" noChangeAspect="1"/>
          </p:cNvPicPr>
          <p:nvPr/>
        </p:nvPicPr>
        <p:blipFill>
          <a:blip xmlns:r="http://schemas.openxmlformats.org/officeDocument/2006/relationships" xmlns:a="http://schemas.openxmlformats.org/drawingml/2006/main" r:embed="Rdc0bd42742e942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822D85-2160-4960-BFD7-5C5F14BEDC1B}"/>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39463C"/>
                </a:solidFill>
                <a:latin typeface="Arial"/>
                <a:ea typeface="Arial"/>
                <a:cs typeface="Arial"/>
              </a:defRPr>
            </a:defPPr>
          </a:lstStyle>
          <a:p xmlns:a="http://schemas.openxmlformats.org/drawingml/2006/main">
            <a:pPr algn="r">
              <a:lnSpc>
                <a:spcPct val="100000"/>
              </a:lnSpc>
              <a:buNone/>
              <a:defRPr sz="3600" b="1">
                <a:solidFill>
                  <a:srgbClr val="39463C"/>
                </a:solidFill>
                <a:latin typeface="Arial"/>
                <a:ea typeface="Arial"/>
                <a:cs typeface="Arial"/>
              </a:defRPr>
            </a:pPr>
            <a:r>
              <a:rPr sz="3600" b="1">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C89F85E7-5A7B-4F5E-AA79-579B3504D78B}"/>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39463C"/>
                </a:solidFill>
                <a:latin typeface="Arial"/>
                <a:ea typeface="Arial"/>
                <a:cs typeface="Arial"/>
              </a:defRPr>
            </a:defPPr>
          </a:lstStyle>
          <a:p xmlns:a="http://schemas.openxmlformats.org/drawingml/2006/main">
            <a:pPr algn="r">
              <a:lnSpc>
                <a:spcPct val="105000"/>
              </a:lnSpc>
              <a:buNone/>
              <a:defRPr sz="1875" b="0">
                <a:solidFill>
                  <a:srgbClr val="39463C"/>
                </a:solidFill>
                <a:latin typeface="Arial"/>
                <a:ea typeface="Arial"/>
                <a:cs typeface="Arial"/>
              </a:defRPr>
            </a:pPr>
            <a:r>
              <a:rPr sz="1875" b="0">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8AAAF2C3-709A-418F-93C7-5825489E9FA5}"/>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E746B"/>
                </a:solidFill>
                <a:latin typeface="Arial"/>
                <a:ea typeface="Arial"/>
                <a:cs typeface="Arial"/>
              </a:defRPr>
            </a:defPPr>
          </a:lstStyle>
          <a:p xmlns:a="http://schemas.openxmlformats.org/drawingml/2006/main">
            <a:pPr algn="r">
              <a:lnSpc>
                <a:spcPct val="100000"/>
              </a:lnSpc>
              <a:buNone/>
              <a:defRPr sz="1275" b="0">
                <a:solidFill>
                  <a:srgbClr val="6E746B"/>
                </a:solidFill>
                <a:latin typeface="Arial"/>
                <a:ea typeface="Arial"/>
                <a:cs typeface="Arial"/>
              </a:defRPr>
            </a:pPr>
            <a:r>
              <a:rPr sz="1275" b="0">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981663092"/>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775EE1-2F50-493B-97C8-33D68CC24030}"/>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D802AA19-3175-4425-AD23-D1751969C76F}"/>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E344B62C-725A-4643-8826-458571F4BF4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CDCD6B3E-43E4-4AC6-A8E3-B777D7389F61}"/>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B9674F"/>
                </a:solidFill>
                <a:latin typeface="Arial"/>
                <a:ea typeface="Arial"/>
                <a:cs typeface="Arial"/>
              </a:defRPr>
            </a:defPPr>
          </a:lstStyle>
          <a:p xmlns:a="http://schemas.openxmlformats.org/drawingml/2006/main">
            <a:pPr algn="r">
              <a:lnSpc>
                <a:spcPct val="95000"/>
              </a:lnSpc>
              <a:buNone/>
              <a:defRPr sz="2550" b="1">
                <a:solidFill>
                  <a:srgbClr val="B9674F"/>
                </a:solidFill>
                <a:latin typeface="Arial"/>
                <a:ea typeface="Arial"/>
                <a:cs typeface="Arial"/>
              </a:defRPr>
            </a:pPr>
            <a:r>
              <a:rPr sz="2550" b="1">
                <a:solidFill>
                  <a:srgbClr val="B9674F"/>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2A2AF71D-5C11-4F4A-97C2-799675D63B9B}"/>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39463C"/>
                </a:solidFill>
                <a:latin typeface="Arial"/>
                <a:ea typeface="Arial"/>
                <a:cs typeface="Arial"/>
              </a:defRPr>
            </a:defPPr>
          </a:lstStyle>
          <a:p xmlns:a="http://schemas.openxmlformats.org/drawingml/2006/main">
            <a:pPr algn="r">
              <a:lnSpc>
                <a:spcPct val="108000"/>
              </a:lnSpc>
              <a:buNone/>
              <a:defRPr sz="1800" b="0">
                <a:solidFill>
                  <a:srgbClr val="39463C"/>
                </a:solidFill>
                <a:latin typeface="Arial"/>
                <a:ea typeface="Arial"/>
                <a:cs typeface="Arial"/>
              </a:defRPr>
            </a:pPr>
            <a:r>
              <a:rPr sz="1800" b="0">
                <a:solidFill>
                  <a:srgbClr val="39463C"/>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179430CC-DB81-44D8-90D0-75216A75C8DC}"/>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7" name="">
            <a:extLst xmlns:a="http://schemas.openxmlformats.org/drawingml/2006/main">
              <a:ext uri="{FF2B5EF4-FFF2-40B4-BE49-F238E27FC236}">
                <a16:creationId xmlns:a16="http://schemas.microsoft.com/office/drawing/2014/main" id="{18146A69-EE8B-41BD-B3D7-31C2D9ADBB1E}"/>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7E916B"/>
                </a:solidFill>
                <a:latin typeface="Arial"/>
                <a:ea typeface="Arial"/>
                <a:cs typeface="Arial"/>
              </a:defRPr>
            </a:defPPr>
          </a:lstStyle>
          <a:p xmlns:a="http://schemas.openxmlformats.org/drawingml/2006/main">
            <a:pPr algn="ctr">
              <a:lnSpc>
                <a:spcPct val="100000"/>
              </a:lnSpc>
              <a:buNone/>
              <a:defRPr sz="2325" b="1">
                <a:solidFill>
                  <a:srgbClr val="7E916B"/>
                </a:solidFill>
                <a:latin typeface="Arial"/>
                <a:ea typeface="Arial"/>
                <a:cs typeface="Arial"/>
              </a:defRPr>
            </a:pPr>
            <a:r>
              <a:rPr sz="2325" b="1">
                <a:solidFill>
                  <a:srgbClr val="7E916B"/>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581CFFE9-0E4B-4F9E-8B83-1DB9CA52313C}"/>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B9674F"/>
                </a:solidFill>
                <a:latin typeface="Arial"/>
                <a:ea typeface="Arial"/>
                <a:cs typeface="Arial"/>
              </a:defRPr>
            </a:defPPr>
          </a:lstStyle>
          <a:p xmlns:a="http://schemas.openxmlformats.org/drawingml/2006/main">
            <a:pPr algn="ctr">
              <a:lnSpc>
                <a:spcPct val="100000"/>
              </a:lnSpc>
              <a:buNone/>
              <a:defRPr sz="2325" b="1">
                <a:solidFill>
                  <a:srgbClr val="B9674F"/>
                </a:solidFill>
                <a:latin typeface="Arial"/>
                <a:ea typeface="Arial"/>
                <a:cs typeface="Arial"/>
              </a:defRPr>
            </a:pPr>
            <a:r>
              <a:rPr sz="2325" b="1">
                <a:solidFill>
                  <a:srgbClr val="B9674F"/>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2110F39F-E4AF-4F0C-85CC-BBDE0C11AD51}"/>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57C78"/>
                </a:solidFill>
                <a:latin typeface="Arial"/>
                <a:ea typeface="Arial"/>
                <a:cs typeface="Arial"/>
              </a:defRPr>
            </a:defPPr>
          </a:lstStyle>
          <a:p xmlns:a="http://schemas.openxmlformats.org/drawingml/2006/main">
            <a:pPr algn="ctr">
              <a:lnSpc>
                <a:spcPct val="100000"/>
              </a:lnSpc>
              <a:buNone/>
              <a:defRPr sz="2325" b="1">
                <a:solidFill>
                  <a:srgbClr val="557C78"/>
                </a:solidFill>
                <a:latin typeface="Arial"/>
                <a:ea typeface="Arial"/>
                <a:cs typeface="Arial"/>
              </a:defRPr>
            </a:pPr>
            <a:r>
              <a:rPr sz="2325" b="1">
                <a:solidFill>
                  <a:srgbClr val="557C78"/>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89553F1C-CD5A-41CE-A5BB-379BC09A57FD}"/>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2FE6D73F-F630-44A6-8386-C7BEB22EBBFF}"/>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893DB5F3-E83D-4FDA-BCF3-E9DD9E615158}"/>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02</a:t>
            </a:r>
          </a:p>
        </p:txBody>
      </p:sp>
    </p:spTree>
    <p:extLst>
      <p:ext uri="{BB962C8B-B14F-4D97-AF65-F5344CB8AC3E}">
        <p14:creationId xmlns:p14="http://schemas.microsoft.com/office/powerpoint/2010/main" val="2066924301"/>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27A1754-BCB2-4250-9816-675D886145E3}"/>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7FB81A47-2631-4AD1-B5D4-10FC4590C4C5}"/>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B8DD461F-48B3-4322-913D-F265BD433F1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6F48882F-2A75-4CEC-BE33-287C5286CDE8}"/>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D9CDBB"/>
            </a:solidFill>
            <a:prstDash val="solid"/>
          </a:ln>
        </p:spPr>
      </p:sp>
      <p:sp>
        <p:nvSpPr>
          <p:cNvPr id="5" name="">
            <a:extLst xmlns:a="http://schemas.openxmlformats.org/drawingml/2006/main">
              <a:ext uri="{FF2B5EF4-FFF2-40B4-BE49-F238E27FC236}">
                <a16:creationId xmlns:a16="http://schemas.microsoft.com/office/drawing/2014/main" id="{77BD7F58-8BCA-41CB-B1FF-24EA5750E562}"/>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556ACB-94AF-49E9-894A-CF5EE35EFB4F}"/>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050AF75-46A9-49DA-9BA2-220D1D73CCD7}"/>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A03CF296-7A14-41A8-BC4D-A937C6E531D0}"/>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57C78"/>
                </a:solidFill>
                <a:latin typeface="Arial"/>
                <a:ea typeface="Arial"/>
                <a:cs typeface="Arial"/>
              </a:defRPr>
            </a:defPPr>
          </a:lstStyle>
          <a:p xmlns:a="http://schemas.openxmlformats.org/drawingml/2006/main">
            <a:pPr algn="r">
              <a:lnSpc>
                <a:spcPct val="100000"/>
              </a:lnSpc>
              <a:buNone/>
              <a:defRPr sz="1575" b="1">
                <a:solidFill>
                  <a:srgbClr val="557C78"/>
                </a:solidFill>
                <a:latin typeface="Arial"/>
                <a:ea typeface="Arial"/>
                <a:cs typeface="Arial"/>
              </a:defRPr>
            </a:pPr>
            <a:r>
              <a:rPr sz="1575" b="1">
                <a:solidFill>
                  <a:srgbClr val="557C78"/>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3B27CD40-F4FF-40D9-94A6-1F34AFBF2E54}"/>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AA717795-66FF-4B4D-BF77-755C85C114DE}"/>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A70207-3CDD-458C-81D3-6794F50C569E}"/>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8D4C6348-B2B1-42CF-B5CE-9156BCF32FDC}"/>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D7670E71-7855-4644-B6CC-C0E674525328}"/>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E916B"/>
                </a:solidFill>
                <a:latin typeface="Arial"/>
                <a:ea typeface="Arial"/>
                <a:cs typeface="Arial"/>
              </a:defRPr>
            </a:defPPr>
          </a:lstStyle>
          <a:p xmlns:a="http://schemas.openxmlformats.org/drawingml/2006/main">
            <a:pPr algn="r">
              <a:lnSpc>
                <a:spcPct val="100000"/>
              </a:lnSpc>
              <a:buNone/>
              <a:defRPr sz="1575" b="1">
                <a:solidFill>
                  <a:srgbClr val="7E916B"/>
                </a:solidFill>
                <a:latin typeface="Arial"/>
                <a:ea typeface="Arial"/>
                <a:cs typeface="Arial"/>
              </a:defRPr>
            </a:pPr>
            <a:r>
              <a:rPr sz="1575" b="1">
                <a:solidFill>
                  <a:srgbClr val="7E916B"/>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55D76CB2-648D-463F-833B-52A3C6F41433}"/>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235A7CCF-D97A-4012-97CD-4F1E076F70D3}"/>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7299FA-C612-4E8B-9069-14B75E9D2D3C}"/>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F3F012C7-BC1D-4E39-857C-A36DB9AEEA90}"/>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E03618DA-4883-43B9-90BD-F2DB88638033}"/>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C7A15A"/>
                </a:solidFill>
                <a:latin typeface="Arial"/>
                <a:ea typeface="Arial"/>
                <a:cs typeface="Arial"/>
              </a:defRPr>
            </a:defPPr>
          </a:lstStyle>
          <a:p xmlns:a="http://schemas.openxmlformats.org/drawingml/2006/main">
            <a:pPr algn="r">
              <a:lnSpc>
                <a:spcPct val="100000"/>
              </a:lnSpc>
              <a:buNone/>
              <a:defRPr sz="1575" b="1">
                <a:solidFill>
                  <a:srgbClr val="C7A15A"/>
                </a:solidFill>
                <a:latin typeface="Arial"/>
                <a:ea typeface="Arial"/>
                <a:cs typeface="Arial"/>
              </a:defRPr>
            </a:pPr>
            <a:r>
              <a:rPr sz="1575" b="1">
                <a:solidFill>
                  <a:srgbClr val="C7A15A"/>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6202FCF2-44BB-4AC9-A69D-EB12869E6732}"/>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900D62E5-3846-4094-8932-ADF60B108E45}"/>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9B687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58104E-69AC-4072-BE9E-3DD8F9AE3C3C}"/>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262608E6-B4E1-4DA6-B6EC-F93908CA5AF9}"/>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D02AA0CA-6C09-4F4E-B3B1-AC6B100E67AA}"/>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9B6874"/>
                </a:solidFill>
                <a:latin typeface="Arial"/>
                <a:ea typeface="Arial"/>
                <a:cs typeface="Arial"/>
              </a:defRPr>
            </a:defPPr>
          </a:lstStyle>
          <a:p xmlns:a="http://schemas.openxmlformats.org/drawingml/2006/main">
            <a:pPr algn="r">
              <a:lnSpc>
                <a:spcPct val="100000"/>
              </a:lnSpc>
              <a:buNone/>
              <a:defRPr sz="1575" b="1">
                <a:solidFill>
                  <a:srgbClr val="9B6874"/>
                </a:solidFill>
                <a:latin typeface="Arial"/>
                <a:ea typeface="Arial"/>
                <a:cs typeface="Arial"/>
              </a:defRPr>
            </a:pPr>
            <a:r>
              <a:rPr sz="1575" b="1">
                <a:solidFill>
                  <a:srgbClr val="9B687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FFAE8C14-3796-482D-907A-06F70D99D175}"/>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2590150B-ECA9-444D-8DF0-C370F1EFFB7B}"/>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B9674F"/>
                </a:solidFill>
                <a:latin typeface="Arial"/>
                <a:ea typeface="Arial"/>
                <a:cs typeface="Arial"/>
              </a:defRPr>
            </a:defPPr>
          </a:lstStyle>
          <a:p xmlns:a="http://schemas.openxmlformats.org/drawingml/2006/main">
            <a:pPr algn="ctr">
              <a:lnSpc>
                <a:spcPct val="100000"/>
              </a:lnSpc>
              <a:buNone/>
              <a:defRPr sz="1575" b="1">
                <a:solidFill>
                  <a:srgbClr val="B9674F"/>
                </a:solidFill>
                <a:latin typeface="Arial"/>
                <a:ea typeface="Arial"/>
                <a:cs typeface="Arial"/>
              </a:defRPr>
            </a:pPr>
            <a:r>
              <a:rPr sz="1575" b="1">
                <a:solidFill>
                  <a:srgbClr val="B9674F"/>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EA8A84A5-1B11-4F9A-A818-D4E064D12EFF}"/>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1433CCF7-B956-4EBA-A832-BC819B99575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03</a:t>
            </a:r>
          </a:p>
        </p:txBody>
      </p:sp>
    </p:spTree>
    <p:extLst>
      <p:ext uri="{BB962C8B-B14F-4D97-AF65-F5344CB8AC3E}">
        <p14:creationId xmlns:p14="http://schemas.microsoft.com/office/powerpoint/2010/main" val="252196868"/>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BAFECF-C777-48F2-84ED-546D0078FF6C}"/>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315B95CA-B6CF-41C5-9667-22E0BBC82E58}"/>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AF70D89F-6FA5-4F4D-9107-FE6D50C71AA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1C532967-3FD6-439A-A15A-FACF8F566DF0}"/>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5" name="">
            <a:extLst xmlns:a="http://schemas.openxmlformats.org/drawingml/2006/main">
              <a:ext uri="{FF2B5EF4-FFF2-40B4-BE49-F238E27FC236}">
                <a16:creationId xmlns:a16="http://schemas.microsoft.com/office/drawing/2014/main" id="{3571DB1E-7BF5-4134-8049-5F16A6CF4533}"/>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7E916B"/>
                </a:solidFill>
                <a:latin typeface="Arial"/>
                <a:ea typeface="Arial"/>
                <a:cs typeface="Arial"/>
              </a:defRPr>
            </a:defPPr>
          </a:lstStyle>
          <a:p xmlns:a="http://schemas.openxmlformats.org/drawingml/2006/main">
            <a:pPr algn="ctr">
              <a:lnSpc>
                <a:spcPct val="100000"/>
              </a:lnSpc>
              <a:buNone/>
              <a:defRPr sz="2550" b="1">
                <a:solidFill>
                  <a:srgbClr val="7E916B"/>
                </a:solidFill>
                <a:latin typeface="Arial"/>
                <a:ea typeface="Arial"/>
                <a:cs typeface="Arial"/>
              </a:defRPr>
            </a:pPr>
            <a:r>
              <a:rPr sz="2550" b="1">
                <a:solidFill>
                  <a:srgbClr val="7E916B"/>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6A3167D9-2C3E-4D32-8FC2-EB4954D0DCAE}"/>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39463C"/>
                </a:solidFill>
                <a:latin typeface="Arial"/>
                <a:ea typeface="Arial"/>
                <a:cs typeface="Arial"/>
              </a:defRPr>
            </a:defPPr>
          </a:lstStyle>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לימוד פרטי</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ניסיון מצטבר</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0F96B7E6-D35C-4FE5-A464-25EB8BB4BC6D}"/>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39463C"/>
                </a:solidFill>
                <a:latin typeface="Arial"/>
                <a:ea typeface="Arial"/>
                <a:cs typeface="Arial"/>
              </a:defRPr>
            </a:defPPr>
          </a:lstStyle>
          <a:p xmlns:a="http://schemas.openxmlformats.org/drawingml/2006/main">
            <a:pPr algn="r">
              <a:lnSpc>
                <a:spcPct val="108000"/>
              </a:lnSpc>
              <a:buNone/>
              <a:defRPr sz="2250" b="1">
                <a:solidFill>
                  <a:srgbClr val="39463C"/>
                </a:solidFill>
                <a:latin typeface="Arial"/>
                <a:ea typeface="Arial"/>
                <a:cs typeface="Arial"/>
              </a:defRPr>
            </a:pPr>
            <a:r>
              <a:rPr sz="2250" b="1">
                <a:solidFill>
                  <a:srgbClr val="39463C"/>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CEB253EF-5350-468E-B082-26D66B7F9CDB}"/>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B9674F"/>
                </a:solidFill>
                <a:latin typeface="Arial"/>
                <a:ea typeface="Arial"/>
                <a:cs typeface="Arial"/>
              </a:defRPr>
            </a:defPPr>
          </a:lstStyle>
          <a:p xmlns:a="http://schemas.openxmlformats.org/drawingml/2006/main">
            <a:pPr algn="r">
              <a:lnSpc>
                <a:spcPct val="100000"/>
              </a:lnSpc>
              <a:buNone/>
              <a:defRPr sz="1500" b="0">
                <a:solidFill>
                  <a:srgbClr val="B9674F"/>
                </a:solidFill>
                <a:latin typeface="Arial"/>
                <a:ea typeface="Arial"/>
                <a:cs typeface="Arial"/>
              </a:defRPr>
            </a:pPr>
            <a:r>
              <a:rPr sz="1500" b="0">
                <a:solidFill>
                  <a:srgbClr val="B9674F"/>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D18DCAB9-CB1C-42A3-BE6D-E69AFD870458}"/>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D5A93EB8-D942-4C5A-AFB0-443B0D05370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04</a:t>
            </a:r>
          </a:p>
        </p:txBody>
      </p:sp>
    </p:spTree>
    <p:extLst>
      <p:ext uri="{BB962C8B-B14F-4D97-AF65-F5344CB8AC3E}">
        <p14:creationId xmlns:p14="http://schemas.microsoft.com/office/powerpoint/2010/main" val="1645944619"/>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2032ADB-6A4B-4CA1-859C-D7871E35346D}"/>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41486F60-D124-40ED-806C-1A90867456A9}"/>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334BFC11-109B-4812-9115-6D44A7A09E6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29CA14A5-933F-4DBA-A6AB-66A236F3880C}"/>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654A04-1BBB-4340-8C2B-00C1C010B604}"/>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725394FC-8FE9-4DBE-BD4C-A15C8434A047}"/>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0F49AFCB-8916-4C0E-A390-405A67506C30}"/>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BCAC55-F1E4-4015-B5E0-EAB8894CEE35}"/>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5CEB6DC9-D7F1-4AFE-8CE2-A679A5DAAAB5}"/>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1A41487F-590C-41DF-9B1E-12A0FEE4D965}"/>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BC946F-F38F-482B-8D25-9AE12E6F9A52}"/>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E89D190D-3741-49E4-8F9D-47B84F5B64BE}"/>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C4E13D29-3198-4CCA-A905-042A00CAA0D8}"/>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993B69D-3F20-4625-9FCD-119F9C987A66}"/>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89E8DFC4-7725-490F-A2F1-13CBACB8C909}"/>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3371890B-5E0D-4FF2-9049-083D533E4D5F}"/>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F8C1DD-8495-4975-AE4F-A342271751EC}"/>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837226DC-BE51-42B6-A621-A4B745346E08}"/>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41F448AD-B156-40E5-B54E-DB0BE9BB1647}"/>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39463C"/>
                </a:solidFill>
                <a:latin typeface="Arial"/>
                <a:ea typeface="Arial"/>
                <a:cs typeface="Arial"/>
              </a:defRPr>
            </a:defPPr>
          </a:lstStyle>
          <a:p xmlns:a="http://schemas.openxmlformats.org/drawingml/2006/main">
            <a:pPr algn="ctr">
              <a:lnSpc>
                <a:spcPct val="108000"/>
              </a:lnSpc>
              <a:buNone/>
              <a:defRPr sz="1875" b="0">
                <a:solidFill>
                  <a:srgbClr val="39463C"/>
                </a:solidFill>
                <a:latin typeface="Arial"/>
                <a:ea typeface="Arial"/>
                <a:cs typeface="Arial"/>
              </a:defRPr>
            </a:pPr>
            <a:r>
              <a:rPr sz="1875" b="0">
                <a:solidFill>
                  <a:srgbClr val="39463C"/>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B50C4C8F-85A4-4072-ACDE-A1734363D4C1}"/>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7EB121A7-C6BE-4765-8D63-E3691C255576}"/>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B4911BEE-15E2-44F4-831D-2BF689B6CEEA}"/>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05</a:t>
            </a:r>
          </a:p>
        </p:txBody>
      </p:sp>
    </p:spTree>
    <p:extLst>
      <p:ext uri="{BB962C8B-B14F-4D97-AF65-F5344CB8AC3E}">
        <p14:creationId xmlns:p14="http://schemas.microsoft.com/office/powerpoint/2010/main" val="74635474"/>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D18C66DD-83C4-4F07-98CD-77894CD40307}"/>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CEC3D89-D9B6-40EA-A9C1-8D186C84221E}"/>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074C53DF-112E-4260-88F8-5BBF87671754}"/>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9A0650E-C4F2-4F56-8B5C-EE282B290D6C}"/>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8D979374-032B-4EC6-9B82-3F3E61B774C2}"/>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sp>
        <p:nvSpPr>
          <p:cNvPr id="27" name="">
            <a:extLst xmlns:a="http://schemas.openxmlformats.org/drawingml/2006/main">
              <a:ext uri="{FF2B5EF4-FFF2-40B4-BE49-F238E27FC236}">
                <a16:creationId xmlns:a16="http://schemas.microsoft.com/office/drawing/2014/main" id="{5790E9FC-E30D-43A1-A522-C6332353DAEA}"/>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C865AF92-59D1-4636-A6AC-01686440C45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CB3CC2E9-A2F2-413F-890B-1D79A8D44535}"/>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FE3ACA87-4F41-4B93-8E5E-BC1F2F737DDB}"/>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F3C38E-89E2-4B55-8917-E23DB9F1B838}"/>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8CD7B63D-2FB4-4351-8074-34465E249425}"/>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4B883E8C-8FCD-4F9F-B6AA-8F8AB06ABB22}"/>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1418F5-CD5A-4F1E-B336-24236940F285}"/>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81335564-F32D-4518-8A33-150C4A599AA9}"/>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8934F9D2-6E3F-43D7-BF17-AD7AD4E8A607}"/>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68C5F0-6C4C-469C-8A36-09FE1CD02DA9}"/>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B36844A7-6483-413A-B195-55F6A458AADA}"/>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CD0C4E1E-73C7-4DEC-A292-94DE960C68A7}"/>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3AB8DB-CC80-4C20-AB6C-BE31111B4311}"/>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0A5D0486-6A3B-4532-B8EE-9435CEA9C762}"/>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11CC5232-C4ED-432C-B5D0-7208D7608E03}"/>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3D85A78-855B-49B7-8EC8-7FEDDC0F2D71}"/>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3B12F913-9E63-4CA0-875A-542F69353641}"/>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26147261-306F-4339-94EB-65A56A8D341B}"/>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2000"/>
              </a:lnSpc>
              <a:buNone/>
              <a:defRPr sz="1800" b="1">
                <a:solidFill>
                  <a:srgbClr val="39463C"/>
                </a:solidFill>
                <a:latin typeface="Arial"/>
                <a:ea typeface="Arial"/>
                <a:cs typeface="Arial"/>
              </a:defRPr>
            </a:pPr>
            <a:r>
              <a:rPr sz="1800" b="1">
                <a:solidFill>
                  <a:srgbClr val="39463C"/>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9609A7B5-4546-499F-B5BE-AFFC300593A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0B078C11-9E27-4097-A4B2-82586BBCD05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06</a:t>
            </a:r>
          </a:p>
        </p:txBody>
      </p:sp>
    </p:spTree>
    <p:extLst>
      <p:ext uri="{BB962C8B-B14F-4D97-AF65-F5344CB8AC3E}">
        <p14:creationId xmlns:p14="http://schemas.microsoft.com/office/powerpoint/2010/main" val="1274931802"/>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4AF5995A-B0AB-4864-9E5B-8B14E195328F}"/>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2F8F23C9-1EE3-4ABE-82D9-C7C95CE3A648}"/>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670DFA02-A02D-428F-94AA-4B391258E9E0}"/>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4618947-C4BD-46B7-9D55-830C09CC7466}"/>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39521C02-1D1A-40A8-BBA6-63446AE207BA}"/>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sp>
        <p:nvSpPr>
          <p:cNvPr id="28" name="">
            <a:extLst xmlns:a="http://schemas.openxmlformats.org/drawingml/2006/main">
              <a:ext uri="{FF2B5EF4-FFF2-40B4-BE49-F238E27FC236}">
                <a16:creationId xmlns:a16="http://schemas.microsoft.com/office/drawing/2014/main" id="{C0972E12-0832-429B-9405-25F5DC7A2B3C}"/>
              </a:ext>
            </a:extLst>
          </p:cNvPr>
          <p:cNvSpPr>
            <a:spLocks xmlns:a="http://schemas.openxmlformats.org/drawingml/2006/main" noGrp="1"/>
          </p:cNvSpPr>
          <p:nvPr/>
        </p:nvSpPr>
        <p:spPr>
          <a:xfrm xmlns:a="http://schemas.openxmlformats.org/drawingml/2006/main">
            <a:off x="2857500" y="400050"/>
            <a:ext cx="8477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DE934685-D415-4D8D-B08E-6DA2733AB0D0}"/>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E93351F5-B8E3-45AA-AEEC-B83611E144C0}"/>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8FF499A4-A36A-41BC-A7BB-65137002E4EB}"/>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8C2766-7EE8-4FDE-BA01-8B202E9203D3}"/>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AD22F4CB-31A8-44B0-BFAE-1D880DF25E1D}"/>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4B68E5E8-7783-4BA7-B680-76F85F2E8EDC}"/>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842F71-E838-4AB2-A1B4-EF27166549CB}"/>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B01A9FDC-85CF-4A85-87DB-524ADA62A911}"/>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4DCEA8A4-7434-4DEC-B9E3-C1883DED5C4C}"/>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D658A2-4BDD-4891-B411-EA468CF0C3C8}"/>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1740B2C8-54A8-4EF8-A91A-2DE318A3FA04}"/>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266C515C-EC12-48D4-A3FB-F4642E0FF825}"/>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3A9989D-2811-4203-8D9E-956874EC94EF}"/>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5597BF54-D16E-40AA-B578-53B92DCFD580}"/>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0CF4E6BA-D8FF-4197-B4ED-1BD620235868}"/>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470DB66-5DA0-4C14-AC28-0B1CBD67CAA6}"/>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FE515D1D-A11E-4D37-91A6-D24DF64F74E6}"/>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C738ED2D-4D38-448C-8780-69EC5572B977}"/>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7F2E8"/>
          </a:solidFill>
          <a:ln xmlns:a="http://schemas.openxmlformats.org/drawingml/2006/main" w="9525">
            <a:solidFill>
              <a:srgbClr val="D9CDBB"/>
            </a:solidFill>
            <a:prstDash val="solid"/>
          </a:ln>
        </p:spPr>
      </p:sp>
      <p:sp>
        <p:nvSpPr>
          <p:cNvPr id="25" name="">
            <a:extLst xmlns:a="http://schemas.openxmlformats.org/drawingml/2006/main">
              <a:ext uri="{FF2B5EF4-FFF2-40B4-BE49-F238E27FC236}">
                <a16:creationId xmlns:a16="http://schemas.microsoft.com/office/drawing/2014/main" id="{CF3F4BCD-3645-420B-9E77-DB5BAD0C8878}"/>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4000"/>
              </a:lnSpc>
              <a:buNone/>
              <a:defRPr sz="1800" b="1">
                <a:solidFill>
                  <a:srgbClr val="39463C"/>
                </a:solidFill>
                <a:latin typeface="Arial"/>
                <a:ea typeface="Arial"/>
                <a:cs typeface="Arial"/>
              </a:defRPr>
            </a:pPr>
            <a:r>
              <a:rPr sz="1800" b="1">
                <a:solidFill>
                  <a:srgbClr val="39463C"/>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886FD41A-68C9-4EF7-9328-D4E1748541E0}"/>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2AA62501-E999-4B06-8914-0B43C8CC297D}"/>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07</a:t>
            </a:r>
          </a:p>
        </p:txBody>
      </p:sp>
    </p:spTree>
    <p:extLst>
      <p:ext uri="{BB962C8B-B14F-4D97-AF65-F5344CB8AC3E}">
        <p14:creationId xmlns:p14="http://schemas.microsoft.com/office/powerpoint/2010/main" val="712673483"/>
      </p:ext>
    </p:extLst>
  </p:cSld>
</p:sld>
</file>

<file path=ppt/slides/slide8.xml><?xml version="1.0" encoding="utf-8"?>
<p:sld xmlns:p="http://schemas.openxmlformats.org/presentationml/2006/main">
  <p:cSld>
    <p:bg>
      <p:bgPr>
        <a:solidFill xmlns:a="http://schemas.openxmlformats.org/drawingml/2006/main">
          <a:srgbClr val="7E916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6B50AC-B815-4BA1-BF38-228463DA6C39}"/>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19DCAAA3-391B-4BB6-AD7E-AAC66DB47608}"/>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C7A15A"/>
            </a:solidFill>
            <a:prstDash val="solid"/>
          </a:ln>
        </p:spPr>
      </p:sp>
      <p:sp>
        <p:nvSpPr>
          <p:cNvPr id="3" name="">
            <a:extLst xmlns:a="http://schemas.openxmlformats.org/drawingml/2006/main">
              <a:ext uri="{FF2B5EF4-FFF2-40B4-BE49-F238E27FC236}">
                <a16:creationId xmlns:a16="http://schemas.microsoft.com/office/drawing/2014/main" id="{691E9127-8B75-408A-9592-785A2CCCE81A}"/>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9278D36-93D0-4F4A-85FD-35BAB7DAB1B4}"/>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2093971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2026-10-01T03:54:58.2710000Z</dcterms:created>
  <dcterms:modified xsi:type="dcterms:W3CDTF">2026-10-01T03:54:58.2710000Z</dcterms:modified>
</coreProperties>
</file>