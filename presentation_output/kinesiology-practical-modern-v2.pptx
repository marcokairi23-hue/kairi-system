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d8c900008544d9" /><Relationship Type="http://schemas.openxmlformats.org/officeDocument/2006/relationships/extended-properties" Target="/docProps/app.xml" Id="Rccb1da0c42594c67" /><Relationship Type="http://schemas.openxmlformats.org/officeDocument/2006/relationships/officeDocument" Target="/ppt/presentation.xml" Id="R9d24fb1c3a1a48f1" /></Relationships>
</file>

<file path=ppt/presentation.xml><?xml version="1.0" encoding="utf-8"?>
<p:presentation xmlns:p="http://schemas.openxmlformats.org/presentationml/2006/main">
  <p:sldMasterIdLst>
    <p:sldMasterId xmlns:r="http://schemas.openxmlformats.org/officeDocument/2006/relationships" id="2147483648" r:id="R973af2d905444ff8"/>
  </p:sldMasterIdLst>
  <p:notesMasterIdLst>
    <p:notesMasterId xmlns:r="http://schemas.openxmlformats.org/officeDocument/2006/relationships" r:id="Ra07fd19484de41e0"/>
  </p:notesMasterIdLst>
  <p:sldIdLst>
    <p:sldId xmlns:r="http://schemas.openxmlformats.org/officeDocument/2006/relationships" id="256" r:id="R44417fe9d6ed4794"/>
    <p:sldId xmlns:r="http://schemas.openxmlformats.org/officeDocument/2006/relationships" id="257" r:id="R04fadaa794494618"/>
    <p:sldId xmlns:r="http://schemas.openxmlformats.org/officeDocument/2006/relationships" id="258" r:id="Rfd0aa4e86ce24a62"/>
    <p:sldId xmlns:r="http://schemas.openxmlformats.org/officeDocument/2006/relationships" id="259" r:id="Rdd21a4f665d64a54"/>
    <p:sldId xmlns:r="http://schemas.openxmlformats.org/officeDocument/2006/relationships" id="260" r:id="R35a5f6a997aa4006"/>
    <p:sldId xmlns:r="http://schemas.openxmlformats.org/officeDocument/2006/relationships" id="261" r:id="Rdcfcbc7a12b74554"/>
    <p:sldId xmlns:r="http://schemas.openxmlformats.org/officeDocument/2006/relationships" id="262" r:id="Rd6512619b80b4152"/>
    <p:sldId xmlns:r="http://schemas.openxmlformats.org/officeDocument/2006/relationships" id="263" r:id="R1ab658f65adc49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c92071ee8b4aeb" /><Relationship Type="http://schemas.openxmlformats.org/officeDocument/2006/relationships/slideMaster" Target="/ppt/slideMasters/slideMaster1.xml" Id="R973af2d905444ff8" /><Relationship Type="http://schemas.openxmlformats.org/officeDocument/2006/relationships/notesMaster" Target="/ppt/notesMasters/notesMaster1.xml" Id="Ra07fd19484de41e0" /><Relationship Type="http://schemas.openxmlformats.org/officeDocument/2006/relationships/presProps" Target="/ppt/presProps.xml" Id="Rb6bc97c0ab874706" /><Relationship Type="http://schemas.openxmlformats.org/officeDocument/2006/relationships/tableStyles" Target="/ppt/tableStyles.xml" Id="R7fe3c7bb47ff4688" /><Relationship Type="http://schemas.openxmlformats.org/officeDocument/2006/relationships/slide" Target="/ppt/slides/slide1.xml" Id="R44417fe9d6ed4794" /><Relationship Type="http://schemas.openxmlformats.org/officeDocument/2006/relationships/slide" Target="/ppt/slides/slide2.xml" Id="R04fadaa794494618" /><Relationship Type="http://schemas.openxmlformats.org/officeDocument/2006/relationships/slide" Target="/ppt/slides/slide3.xml" Id="Rfd0aa4e86ce24a62" /><Relationship Type="http://schemas.openxmlformats.org/officeDocument/2006/relationships/slide" Target="/ppt/slides/slide4.xml" Id="Rdd21a4f665d64a54" /><Relationship Type="http://schemas.openxmlformats.org/officeDocument/2006/relationships/slide" Target="/ppt/slides/slide5.xml" Id="R35a5f6a997aa4006" /><Relationship Type="http://schemas.openxmlformats.org/officeDocument/2006/relationships/slide" Target="/ppt/slides/slide6.xml" Id="Rdcfcbc7a12b74554" /><Relationship Type="http://schemas.openxmlformats.org/officeDocument/2006/relationships/slide" Target="/ppt/slides/slide7.xml" Id="Rd6512619b80b4152" /><Relationship Type="http://schemas.openxmlformats.org/officeDocument/2006/relationships/slide" Target="/ppt/slides/slide8.xml" Id="R1ab658f65adc49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ecee00cc4648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bdc6ea8f084de2" /><Relationship Type="http://schemas.openxmlformats.org/officeDocument/2006/relationships/notesMaster" Target="/ppt/notesMasters/notesMaster1.xml" Id="Rf7c46785a87144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31a1090e04c29" /><Relationship Type="http://schemas.openxmlformats.org/officeDocument/2006/relationships/notesMaster" Target="/ppt/notesMasters/notesMaster1.xml" Id="R910608e011b94e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d06bfadd8549a2" /><Relationship Type="http://schemas.openxmlformats.org/officeDocument/2006/relationships/notesMaster" Target="/ppt/notesMasters/notesMaster1.xml" Id="Rb1a0b127d4514f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a91b2af6bc4e61" /><Relationship Type="http://schemas.openxmlformats.org/officeDocument/2006/relationships/notesMaster" Target="/ppt/notesMasters/notesMaster1.xml" Id="Rd573fb219e2643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fc1abcb5c94df3" /><Relationship Type="http://schemas.openxmlformats.org/officeDocument/2006/relationships/notesMaster" Target="/ppt/notesMasters/notesMaster1.xml" Id="R71e406ef6f2a41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cdc94d02934eb2" /><Relationship Type="http://schemas.openxmlformats.org/officeDocument/2006/relationships/notesMaster" Target="/ppt/notesMasters/notesMaster1.xml" Id="R5851683ec53840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735c6a055641b8" /><Relationship Type="http://schemas.openxmlformats.org/officeDocument/2006/relationships/notesMaster" Target="/ppt/notesMasters/notesMaster1.xml" Id="R45f3d4fee32045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f54d9d35bf408d" /><Relationship Type="http://schemas.openxmlformats.org/officeDocument/2006/relationships/notesMaster" Target="/ppt/notesMasters/notesMaster1.xml" Id="Rce0b1073036144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b7a1a4fcad44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698ac799bf44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91d48adcae44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4085824fb54b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719c4b09a04d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eeab7664c047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7E12B3-C679-4253-9B7F-C97C7F0D42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EE83AA-73A2-4528-9F50-BB3E48BD4D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F59AD9-A9C7-489F-8ACC-EDB014494E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275855-D21C-45D3-80E8-10ECE838B7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F8686D-0298-4F7A-B495-70E16E457C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DDD661-006B-4920-A7FD-82737AA79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7F59E3-5679-4176-A7D0-C29BA2E497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1BA170F-9CC1-4514-8128-326FFDC565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CE7ED-404C-4AFC-963C-0811B61915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16563C-787C-450D-B31C-A034E27198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f1cea3a2d44382" /><Relationship Type="http://schemas.openxmlformats.org/officeDocument/2006/relationships/slideLayout" Target="/ppt/slideLayouts/slideLayout1.xml" Id="R4f20afbe847e452e" /><Relationship Type="http://schemas.openxmlformats.org/officeDocument/2006/relationships/slideLayout" Target="/ppt/slideLayouts/slideLayout2.xml" Id="R392d3111df014fb6" /><Relationship Type="http://schemas.openxmlformats.org/officeDocument/2006/relationships/slideLayout" Target="/ppt/slideLayouts/slideLayout3.xml" Id="R641d8ef817f540be" /><Relationship Type="http://schemas.openxmlformats.org/officeDocument/2006/relationships/slideLayout" Target="/ppt/slideLayouts/slideLayout4.xml" Id="R4a981b6e9e0a4bfd" /><Relationship Type="http://schemas.openxmlformats.org/officeDocument/2006/relationships/slideLayout" Target="/ppt/slideLayouts/slideLayout5.xml" Id="R9d3b43eb114e45e4" /><Relationship Type="http://schemas.openxmlformats.org/officeDocument/2006/relationships/slideLayout" Target="/ppt/slideLayouts/slideLayout6.xml" Id="Rf0dcf56711a142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20afbe847e452e"/>
    <p:sldLayoutId xmlns:r="http://schemas.openxmlformats.org/officeDocument/2006/relationships" id="2147483650" r:id="R392d3111df014fb6"/>
    <p:sldLayoutId xmlns:r="http://schemas.openxmlformats.org/officeDocument/2006/relationships" id="2147483651" r:id="R641d8ef817f540be"/>
    <p:sldLayoutId xmlns:r="http://schemas.openxmlformats.org/officeDocument/2006/relationships" id="2147483652" r:id="R4a981b6e9e0a4bfd"/>
    <p:sldLayoutId xmlns:r="http://schemas.openxmlformats.org/officeDocument/2006/relationships" id="2147483653" r:id="R9d3b43eb114e45e4"/>
    <p:sldLayoutId xmlns:r="http://schemas.openxmlformats.org/officeDocument/2006/relationships" id="2147483654" r:id="Rf0dcf56711a142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758e8a1f9f4837" /><Relationship Type="http://schemas.openxmlformats.org/officeDocument/2006/relationships/image" Target="/ppt/media/image.png" Id="Rdb2a0e8c83894877" /><Relationship Type="http://schemas.openxmlformats.org/officeDocument/2006/relationships/notesSlide" Target="/ppt/notesSlides/notesSlide1.xml" Id="R1c0e5b7b774f4b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3ce3641fcd4587" /><Relationship Type="http://schemas.openxmlformats.org/officeDocument/2006/relationships/notesSlide" Target="/ppt/notesSlides/notesSlide2.xml" Id="R829a70ee7de04e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f69a47631049e2" /><Relationship Type="http://schemas.openxmlformats.org/officeDocument/2006/relationships/notesSlide" Target="/ppt/notesSlides/notesSlide3.xml" Id="R81a8b0e9430f4c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e3ae77d40849ea" /><Relationship Type="http://schemas.openxmlformats.org/officeDocument/2006/relationships/notesSlide" Target="/ppt/notesSlides/notesSlide4.xml" Id="R91aa09d8d3d94e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31fa8291d44b61" /><Relationship Type="http://schemas.openxmlformats.org/officeDocument/2006/relationships/notesSlide" Target="/ppt/notesSlides/notesSlide5.xml" Id="R37b3c281d26c48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827f734d6d4055" /><Relationship Type="http://schemas.openxmlformats.org/officeDocument/2006/relationships/notesSlide" Target="/ppt/notesSlides/notesSlide6.xml" Id="Rf9aaa574bda040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2490d21e3d4cba" /><Relationship Type="http://schemas.openxmlformats.org/officeDocument/2006/relationships/notesSlide" Target="/ppt/notesSlides/notesSlide7.xml" Id="R4ba5b1e6ab7343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741e0be06548e2" /><Relationship Type="http://schemas.openxmlformats.org/officeDocument/2006/relationships/notesSlide" Target="/ppt/notesSlides/notesSlide8.xml" Id="Rbe0bcedad17c445b"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1ACC4B9-9A60-47AF-9D08-A8816F6F37CB}"/>
              </a:ext>
            </a:extLst>
          </p:cNvPr>
          <p:cNvPicPr>
            <a:picLocks xmlns:a="http://schemas.openxmlformats.org/drawingml/2006/main" noChangeAspect="1"/>
          </p:cNvPicPr>
          <p:nvPr/>
        </p:nvPicPr>
        <p:blipFill>
          <a:blip xmlns:r="http://schemas.openxmlformats.org/officeDocument/2006/relationships" xmlns:a="http://schemas.openxmlformats.org/drawingml/2006/main" r:embed="Rdb2a0e8c838948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67E001-D5E3-47D5-BDDF-CB65D9C32704}"/>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28342F"/>
                </a:solidFill>
                <a:latin typeface="Arial"/>
                <a:ea typeface="Arial"/>
                <a:cs typeface="Arial"/>
              </a:defRPr>
            </a:defPPr>
          </a:lstStyle>
          <a:p xmlns:a="http://schemas.openxmlformats.org/drawingml/2006/main">
            <a:pPr algn="r">
              <a:lnSpc>
                <a:spcPct val="100000"/>
              </a:lnSpc>
              <a:buNone/>
              <a:defRPr sz="3600" b="1">
                <a:solidFill>
                  <a:srgbClr val="28342F"/>
                </a:solidFill>
                <a:latin typeface="Arial"/>
                <a:ea typeface="Arial"/>
                <a:cs typeface="Arial"/>
              </a:defRPr>
            </a:pPr>
            <a:r>
              <a:rPr sz="3600" b="1">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D08D2626-E877-40F3-93F4-B233781E2B25}"/>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28342F"/>
                </a:solidFill>
                <a:latin typeface="Arial"/>
                <a:ea typeface="Arial"/>
                <a:cs typeface="Arial"/>
              </a:defRPr>
            </a:defPPr>
          </a:lstStyle>
          <a:p xmlns:a="http://schemas.openxmlformats.org/drawingml/2006/main">
            <a:pPr algn="r">
              <a:lnSpc>
                <a:spcPct val="105000"/>
              </a:lnSpc>
              <a:buNone/>
              <a:defRPr sz="1875" b="0">
                <a:solidFill>
                  <a:srgbClr val="28342F"/>
                </a:solidFill>
                <a:latin typeface="Arial"/>
                <a:ea typeface="Arial"/>
                <a:cs typeface="Arial"/>
              </a:defRPr>
            </a:pPr>
            <a:r>
              <a:rPr sz="1875" b="0">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F9A5C35B-C062-4553-8465-02A495071A3A}"/>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B6A64"/>
                </a:solidFill>
                <a:latin typeface="Arial"/>
                <a:ea typeface="Arial"/>
                <a:cs typeface="Arial"/>
              </a:defRPr>
            </a:defPPr>
          </a:lstStyle>
          <a:p xmlns:a="http://schemas.openxmlformats.org/drawingml/2006/main">
            <a:pPr algn="r">
              <a:lnSpc>
                <a:spcPct val="100000"/>
              </a:lnSpc>
              <a:buNone/>
              <a:defRPr sz="1275" b="0">
                <a:solidFill>
                  <a:srgbClr val="6B6A64"/>
                </a:solidFill>
                <a:latin typeface="Arial"/>
                <a:ea typeface="Arial"/>
                <a:cs typeface="Arial"/>
              </a:defRPr>
            </a:pPr>
            <a:r>
              <a:rPr sz="1275" b="0">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7543087"/>
      </p:ext>
    </p:extLst>
  </p:cSld>
</p:sld>
</file>

<file path=ppt/slides/slide2.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67C631-C8B9-405C-A4D1-607D10B310E2}"/>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6FC8BC-9CA6-4A98-857A-D40C44FB920E}"/>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F05B3E8D-B084-4DB6-B09C-0204298B1A58}"/>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6F1A460B-A26F-48FD-A113-2E0A141A319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6D81BBD7-0BDC-4445-99D8-E7E4C134E27D}"/>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A65F48"/>
                </a:solidFill>
                <a:latin typeface="Arial"/>
                <a:ea typeface="Arial"/>
                <a:cs typeface="Arial"/>
              </a:defRPr>
            </a:defPPr>
          </a:lstStyle>
          <a:p xmlns:a="http://schemas.openxmlformats.org/drawingml/2006/main">
            <a:pPr algn="r">
              <a:lnSpc>
                <a:spcPct val="95000"/>
              </a:lnSpc>
              <a:buNone/>
              <a:defRPr sz="2550" b="1">
                <a:solidFill>
                  <a:srgbClr val="A65F48"/>
                </a:solidFill>
                <a:latin typeface="Arial"/>
                <a:ea typeface="Arial"/>
                <a:cs typeface="Arial"/>
              </a:defRPr>
            </a:pPr>
            <a:r>
              <a:rPr sz="2550" b="1">
                <a:solidFill>
                  <a:srgbClr val="A65F48"/>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34D34A7A-A005-4898-A9CC-35BF749EB5AE}"/>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28342F"/>
                </a:solidFill>
                <a:latin typeface="Arial"/>
                <a:ea typeface="Arial"/>
                <a:cs typeface="Arial"/>
              </a:defRPr>
            </a:defPPr>
          </a:lstStyle>
          <a:p xmlns:a="http://schemas.openxmlformats.org/drawingml/2006/main">
            <a:pPr algn="r">
              <a:lnSpc>
                <a:spcPct val="108000"/>
              </a:lnSpc>
              <a:buNone/>
              <a:defRPr sz="1800" b="0">
                <a:solidFill>
                  <a:srgbClr val="28342F"/>
                </a:solidFill>
                <a:latin typeface="Arial"/>
                <a:ea typeface="Arial"/>
                <a:cs typeface="Arial"/>
              </a:defRPr>
            </a:pPr>
            <a:r>
              <a:rPr sz="1800" b="0">
                <a:solidFill>
                  <a:srgbClr val="28342F"/>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E4AF8741-4325-4322-883A-B61F12DC639D}"/>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8F1"/>
          </a:solidFill>
          <a:ln xmlns:a="http://schemas.openxmlformats.org/drawingml/2006/main" w="19050">
            <a:solidFill>
              <a:srgbClr val="D2C5B5"/>
            </a:solidFill>
            <a:prstDash val="solid"/>
          </a:ln>
        </p:spPr>
      </p:sp>
      <p:sp>
        <p:nvSpPr>
          <p:cNvPr id="8" name="">
            <a:extLst xmlns:a="http://schemas.openxmlformats.org/drawingml/2006/main">
              <a:ext uri="{FF2B5EF4-FFF2-40B4-BE49-F238E27FC236}">
                <a16:creationId xmlns:a16="http://schemas.microsoft.com/office/drawing/2014/main" id="{A52341F2-59C6-4647-B3AC-6A8E612BFB0B}"/>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314B40"/>
                </a:solidFill>
                <a:latin typeface="Arial"/>
                <a:ea typeface="Arial"/>
                <a:cs typeface="Arial"/>
              </a:defRPr>
            </a:defPPr>
          </a:lstStyle>
          <a:p xmlns:a="http://schemas.openxmlformats.org/drawingml/2006/main">
            <a:pPr algn="ctr">
              <a:lnSpc>
                <a:spcPct val="100000"/>
              </a:lnSpc>
              <a:buNone/>
              <a:defRPr sz="2325" b="1">
                <a:solidFill>
                  <a:srgbClr val="314B40"/>
                </a:solidFill>
                <a:latin typeface="Arial"/>
                <a:ea typeface="Arial"/>
                <a:cs typeface="Arial"/>
              </a:defRPr>
            </a:pPr>
            <a:r>
              <a:rPr sz="2325" b="1">
                <a:solidFill>
                  <a:srgbClr val="314B40"/>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ECA682A1-79A0-4AFE-AE8B-19645805A5FE}"/>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A65F48"/>
                </a:solidFill>
                <a:latin typeface="Arial"/>
                <a:ea typeface="Arial"/>
                <a:cs typeface="Arial"/>
              </a:defRPr>
            </a:defPPr>
          </a:lstStyle>
          <a:p xmlns:a="http://schemas.openxmlformats.org/drawingml/2006/main">
            <a:pPr algn="ctr">
              <a:lnSpc>
                <a:spcPct val="100000"/>
              </a:lnSpc>
              <a:buNone/>
              <a:defRPr sz="2325" b="1">
                <a:solidFill>
                  <a:srgbClr val="A65F48"/>
                </a:solidFill>
                <a:latin typeface="Arial"/>
                <a:ea typeface="Arial"/>
                <a:cs typeface="Arial"/>
              </a:defRPr>
            </a:pPr>
            <a:r>
              <a:rPr sz="2325" b="1">
                <a:solidFill>
                  <a:srgbClr val="A65F48"/>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1097B051-C3FC-4374-ADF3-38A42ADDB9D8}"/>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26D69"/>
                </a:solidFill>
                <a:latin typeface="Arial"/>
                <a:ea typeface="Arial"/>
                <a:cs typeface="Arial"/>
              </a:defRPr>
            </a:defPPr>
          </a:lstStyle>
          <a:p xmlns:a="http://schemas.openxmlformats.org/drawingml/2006/main">
            <a:pPr algn="ctr">
              <a:lnSpc>
                <a:spcPct val="100000"/>
              </a:lnSpc>
              <a:buNone/>
              <a:defRPr sz="2325" b="1">
                <a:solidFill>
                  <a:srgbClr val="526D69"/>
                </a:solidFill>
                <a:latin typeface="Arial"/>
                <a:ea typeface="Arial"/>
                <a:cs typeface="Arial"/>
              </a:defRPr>
            </a:pPr>
            <a:r>
              <a:rPr sz="2325" b="1">
                <a:solidFill>
                  <a:srgbClr val="526D69"/>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F36771A2-68E5-437F-BCF5-8ECD8C1A43A8}"/>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9D89FFEB-282D-453B-8779-67E52912ED6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1CA2FB10-EA2B-4A1E-80B4-6F438C1FBFC7}"/>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02</a:t>
            </a:r>
          </a:p>
        </p:txBody>
      </p:sp>
    </p:spTree>
    <p:extLst>
      <p:ext uri="{BB962C8B-B14F-4D97-AF65-F5344CB8AC3E}">
        <p14:creationId xmlns:p14="http://schemas.microsoft.com/office/powerpoint/2010/main" val="2067624204"/>
      </p:ext>
    </p:extLst>
  </p:cSld>
</p:sld>
</file>

<file path=ppt/slides/slide3.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F700581-C4F0-4669-8D5F-008FE268367E}"/>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2ABF7C-97AD-4B91-8F4F-455803008DCF}"/>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BE873FF0-C77F-4F42-AB0E-7E81A101E97D}"/>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24782AC4-E77F-4C9F-8400-68D494D2EE1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38D18F95-2EE9-4253-87E0-E21CADACF9D0}"/>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D2C5B5"/>
            </a:solidFill>
            <a:prstDash val="solid"/>
          </a:ln>
        </p:spPr>
      </p:sp>
      <p:sp>
        <p:nvSpPr>
          <p:cNvPr id="6" name="">
            <a:extLst xmlns:a="http://schemas.openxmlformats.org/drawingml/2006/main">
              <a:ext uri="{FF2B5EF4-FFF2-40B4-BE49-F238E27FC236}">
                <a16:creationId xmlns:a16="http://schemas.microsoft.com/office/drawing/2014/main" id="{BD760E0E-2373-4C50-B082-23F7CBCE662B}"/>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944114-8B6B-47DA-9D71-60BFE8E88A6D}"/>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A63981AE-B1F8-4A33-B0F8-C720DDACDA85}"/>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8AAEC18B-E9BA-4990-AB5A-FB2CA22115AB}"/>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26D69"/>
                </a:solidFill>
                <a:latin typeface="Arial"/>
                <a:ea typeface="Arial"/>
                <a:cs typeface="Arial"/>
              </a:defRPr>
            </a:defPPr>
          </a:lstStyle>
          <a:p xmlns:a="http://schemas.openxmlformats.org/drawingml/2006/main">
            <a:pPr algn="r">
              <a:lnSpc>
                <a:spcPct val="100000"/>
              </a:lnSpc>
              <a:buNone/>
              <a:defRPr sz="1575" b="1">
                <a:solidFill>
                  <a:srgbClr val="526D69"/>
                </a:solidFill>
                <a:latin typeface="Arial"/>
                <a:ea typeface="Arial"/>
                <a:cs typeface="Arial"/>
              </a:defRPr>
            </a:pPr>
            <a:r>
              <a:rPr sz="1575" b="1">
                <a:solidFill>
                  <a:srgbClr val="526D69"/>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27F18DE8-4B50-49EB-B286-C0016E7E7759}"/>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65E9CC37-4822-4F22-AC56-63096744775C}"/>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BCDD0E-40C6-4E61-BCB0-89D7B1E44098}"/>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0CF1B431-5094-4218-858B-E37ABC82B620}"/>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1645327F-64DF-42B5-89CB-4535CF878C09}"/>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314B40"/>
                </a:solidFill>
                <a:latin typeface="Arial"/>
                <a:ea typeface="Arial"/>
                <a:cs typeface="Arial"/>
              </a:defRPr>
            </a:defPPr>
          </a:lstStyle>
          <a:p xmlns:a="http://schemas.openxmlformats.org/drawingml/2006/main">
            <a:pPr algn="r">
              <a:lnSpc>
                <a:spcPct val="100000"/>
              </a:lnSpc>
              <a:buNone/>
              <a:defRPr sz="1575" b="1">
                <a:solidFill>
                  <a:srgbClr val="314B40"/>
                </a:solidFill>
                <a:latin typeface="Arial"/>
                <a:ea typeface="Arial"/>
                <a:cs typeface="Arial"/>
              </a:defRPr>
            </a:pPr>
            <a:r>
              <a:rPr sz="1575" b="1">
                <a:solidFill>
                  <a:srgbClr val="314B40"/>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41442877-0DB8-4CA2-98EA-2196B8DA696E}"/>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EA0A8973-2DA9-4314-8C7B-A17057B79D29}"/>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2CC25B6-E622-4695-BFF9-EFF9D5472479}"/>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D1E03555-BD52-4DA2-BBE7-C1BD025E17C2}"/>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87B0F886-837E-4BBC-B62C-8E0A7FC84216}"/>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B87852"/>
                </a:solidFill>
                <a:latin typeface="Arial"/>
                <a:ea typeface="Arial"/>
                <a:cs typeface="Arial"/>
              </a:defRPr>
            </a:defPPr>
          </a:lstStyle>
          <a:p xmlns:a="http://schemas.openxmlformats.org/drawingml/2006/main">
            <a:pPr algn="r">
              <a:lnSpc>
                <a:spcPct val="100000"/>
              </a:lnSpc>
              <a:buNone/>
              <a:defRPr sz="1575" b="1">
                <a:solidFill>
                  <a:srgbClr val="B87852"/>
                </a:solidFill>
                <a:latin typeface="Arial"/>
                <a:ea typeface="Arial"/>
                <a:cs typeface="Arial"/>
              </a:defRPr>
            </a:pPr>
            <a:r>
              <a:rPr sz="1575" b="1">
                <a:solidFill>
                  <a:srgbClr val="B87852"/>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F9FD83C6-04E7-4764-B51D-6E7CEEE5B260}"/>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56A58D44-4A4F-4EA5-9B5A-3FF064654741}"/>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76556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43AECF8-4B5E-410F-AF5F-ADD80F96B06E}"/>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EE241B53-6D46-4DE8-AD58-22FCBED9BD5F}"/>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CF48D763-7605-4F19-8867-61855EB8064A}"/>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65564"/>
                </a:solidFill>
                <a:latin typeface="Arial"/>
                <a:ea typeface="Arial"/>
                <a:cs typeface="Arial"/>
              </a:defRPr>
            </a:defPPr>
          </a:lstStyle>
          <a:p xmlns:a="http://schemas.openxmlformats.org/drawingml/2006/main">
            <a:pPr algn="r">
              <a:lnSpc>
                <a:spcPct val="100000"/>
              </a:lnSpc>
              <a:buNone/>
              <a:defRPr sz="1575" b="1">
                <a:solidFill>
                  <a:srgbClr val="765564"/>
                </a:solidFill>
                <a:latin typeface="Arial"/>
                <a:ea typeface="Arial"/>
                <a:cs typeface="Arial"/>
              </a:defRPr>
            </a:pPr>
            <a:r>
              <a:rPr sz="1575" b="1">
                <a:solidFill>
                  <a:srgbClr val="765564"/>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613573F9-1D4B-4BE1-AB21-6DFE3A55014E}"/>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F96E1306-A53F-4CAA-B51E-49FC6EBE2B4D}"/>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A65F48"/>
                </a:solidFill>
                <a:latin typeface="Arial"/>
                <a:ea typeface="Arial"/>
                <a:cs typeface="Arial"/>
              </a:defRPr>
            </a:defPPr>
          </a:lstStyle>
          <a:p xmlns:a="http://schemas.openxmlformats.org/drawingml/2006/main">
            <a:pPr algn="ctr">
              <a:lnSpc>
                <a:spcPct val="100000"/>
              </a:lnSpc>
              <a:buNone/>
              <a:defRPr sz="1575" b="1">
                <a:solidFill>
                  <a:srgbClr val="A65F48"/>
                </a:solidFill>
                <a:latin typeface="Arial"/>
                <a:ea typeface="Arial"/>
                <a:cs typeface="Arial"/>
              </a:defRPr>
            </a:pPr>
            <a:r>
              <a:rPr sz="1575" b="1">
                <a:solidFill>
                  <a:srgbClr val="A65F48"/>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B3B6DC3F-BDD8-45FA-8F5A-AF99B232CBB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CCD33C2A-08F4-45E7-825B-E0539016E57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03</a:t>
            </a:r>
          </a:p>
        </p:txBody>
      </p:sp>
    </p:spTree>
    <p:extLst>
      <p:ext uri="{BB962C8B-B14F-4D97-AF65-F5344CB8AC3E}">
        <p14:creationId xmlns:p14="http://schemas.microsoft.com/office/powerpoint/2010/main" val="1872996394"/>
      </p:ext>
    </p:extLst>
  </p:cSld>
</p:sld>
</file>

<file path=ppt/slides/slide4.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0C0943-A4FB-4282-BAFA-2B3D3BD47D9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0CB936-57CF-44F8-8BBF-5116717449FC}"/>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C0CC5F49-F189-42B5-870D-9E7EE8B8755C}"/>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EDA9BA24-F18A-43E2-8BAD-B574915AEC98}"/>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0CA1F28D-5806-43B2-B29A-5AA8FBE00347}"/>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E9AC6B8-87B8-42E8-B914-71EF1B860162}"/>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FFFFFF"/>
                </a:solidFill>
                <a:latin typeface="Arial"/>
                <a:ea typeface="Arial"/>
                <a:cs typeface="Arial"/>
              </a:defRPr>
            </a:defPPr>
          </a:lstStyle>
          <a:p xmlns:a="http://schemas.openxmlformats.org/drawingml/2006/main">
            <a:pPr algn="ctr">
              <a:lnSpc>
                <a:spcPct val="100000"/>
              </a:lnSpc>
              <a:buNone/>
              <a:defRPr sz="2550" b="1">
                <a:solidFill>
                  <a:srgbClr val="FFFFFF"/>
                </a:solidFill>
                <a:latin typeface="Arial"/>
                <a:ea typeface="Arial"/>
                <a:cs typeface="Arial"/>
              </a:defRPr>
            </a:pPr>
            <a:r>
              <a:rPr sz="2550" b="1">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B28D80F2-D8DC-4547-951A-1CCAC136AB21}"/>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F6F0E6"/>
                </a:solidFill>
                <a:latin typeface="Arial"/>
                <a:ea typeface="Arial"/>
                <a:cs typeface="Arial"/>
              </a:defRPr>
            </a:defPPr>
          </a:lstStyle>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לימוד פרטי</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ניסיון מצטבר</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F7222395-00A1-47C2-B113-25314F324916}"/>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28342F"/>
                </a:solidFill>
                <a:latin typeface="Arial"/>
                <a:ea typeface="Arial"/>
                <a:cs typeface="Arial"/>
              </a:defRPr>
            </a:defPPr>
          </a:lstStyle>
          <a:p xmlns:a="http://schemas.openxmlformats.org/drawingml/2006/main">
            <a:pPr algn="r">
              <a:lnSpc>
                <a:spcPct val="108000"/>
              </a:lnSpc>
              <a:buNone/>
              <a:defRPr sz="2250" b="1">
                <a:solidFill>
                  <a:srgbClr val="28342F"/>
                </a:solidFill>
                <a:latin typeface="Arial"/>
                <a:ea typeface="Arial"/>
                <a:cs typeface="Arial"/>
              </a:defRPr>
            </a:pPr>
            <a:r>
              <a:rPr sz="2250" b="1">
                <a:solidFill>
                  <a:srgbClr val="28342F"/>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A51440E6-C0E7-45C5-8A86-CAC97EDA3443}"/>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A65F48"/>
                </a:solidFill>
                <a:latin typeface="Arial"/>
                <a:ea typeface="Arial"/>
                <a:cs typeface="Arial"/>
              </a:defRPr>
            </a:defPPr>
          </a:lstStyle>
          <a:p xmlns:a="http://schemas.openxmlformats.org/drawingml/2006/main">
            <a:pPr algn="r">
              <a:lnSpc>
                <a:spcPct val="100000"/>
              </a:lnSpc>
              <a:buNone/>
              <a:defRPr sz="1500" b="0">
                <a:solidFill>
                  <a:srgbClr val="A65F48"/>
                </a:solidFill>
                <a:latin typeface="Arial"/>
                <a:ea typeface="Arial"/>
                <a:cs typeface="Arial"/>
              </a:defRPr>
            </a:pPr>
            <a:r>
              <a:rPr sz="1500" b="0">
                <a:solidFill>
                  <a:srgbClr val="A65F48"/>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CF5D76F8-A579-4E4D-92C0-7112DD7A406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17156D64-B776-4BAF-8AAD-353A987794B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04</a:t>
            </a:r>
          </a:p>
        </p:txBody>
      </p:sp>
    </p:spTree>
    <p:extLst>
      <p:ext uri="{BB962C8B-B14F-4D97-AF65-F5344CB8AC3E}">
        <p14:creationId xmlns:p14="http://schemas.microsoft.com/office/powerpoint/2010/main" val="520587030"/>
      </p:ext>
    </p:extLst>
  </p:cSld>
</p:sld>
</file>

<file path=ppt/slides/slide5.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CC6B73-851D-4ECC-A37A-A273A817BDE2}"/>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58E5CF-FA66-4BE9-B71B-CD65A59B62B1}"/>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C258A1FD-DE4A-421B-B8C4-ECD2F7DBEBD9}"/>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BA89277A-B52E-406B-A90C-AB24A1246529}"/>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B713EC89-41BC-473F-8F14-C5F1E7FFA7F3}"/>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990B6B4-FF3C-4A72-A32E-6EFE863E0CF4}"/>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C4BCFA8F-AFF1-4919-A47B-952637657A99}"/>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94857065-4814-484F-8E8F-6CA8D2861195}"/>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DBD587-9E2F-4584-B2AB-1E8B610FA429}"/>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A894063C-90E2-4EB8-8C15-0C28A7C0321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9EA5FB46-D4C7-4CD5-BF9F-942A85AC4BCA}"/>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E764DB-0368-4A80-A7E7-33E629F99E34}"/>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6CD285F9-A68E-4C87-AEE4-B174E3DA5C72}"/>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713D9476-874C-4A40-BC5A-A314D443F3D6}"/>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D4D85DB-DAB8-4E88-85E9-E4C7494DAD39}"/>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7837D80B-D46A-46E3-AA4A-AC087D3F92A4}"/>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DFFE5B23-0FC8-4D3E-B97A-A0618608947C}"/>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731DE4-5A90-4187-8CFC-B990ADE6535E}"/>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F7F5145-A4CB-431F-B416-D5231563028B}"/>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CBA898E6-E05A-4E82-9C41-C9A718E9E530}"/>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28342F"/>
                </a:solidFill>
                <a:latin typeface="Arial"/>
                <a:ea typeface="Arial"/>
                <a:cs typeface="Arial"/>
              </a:defRPr>
            </a:defPPr>
          </a:lstStyle>
          <a:p xmlns:a="http://schemas.openxmlformats.org/drawingml/2006/main">
            <a:pPr algn="ctr">
              <a:lnSpc>
                <a:spcPct val="108000"/>
              </a:lnSpc>
              <a:buNone/>
              <a:defRPr sz="1875" b="0">
                <a:solidFill>
                  <a:srgbClr val="28342F"/>
                </a:solidFill>
                <a:latin typeface="Arial"/>
                <a:ea typeface="Arial"/>
                <a:cs typeface="Arial"/>
              </a:defRPr>
            </a:pPr>
            <a:r>
              <a:rPr sz="1875" b="0">
                <a:solidFill>
                  <a:srgbClr val="28342F"/>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85637AE0-4DDD-4FF4-A782-7D0C278F1FE3}"/>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80334005-D58E-4441-AFE8-443397E953F4}"/>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264D3AC2-D2CD-4B97-8CEA-0A747F1F0907}"/>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05</a:t>
            </a:r>
          </a:p>
        </p:txBody>
      </p:sp>
    </p:spTree>
    <p:extLst>
      <p:ext uri="{BB962C8B-B14F-4D97-AF65-F5344CB8AC3E}">
        <p14:creationId xmlns:p14="http://schemas.microsoft.com/office/powerpoint/2010/main" val="2076934677"/>
      </p:ext>
    </p:extLst>
  </p:cSld>
</p:sld>
</file>

<file path=ppt/slides/slide6.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BD3D62A5-7AFA-4B92-B61E-5D89228F8A5E}"/>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1A8F7BB7-2D25-4628-9608-A240C39CD9F4}"/>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DF6887F-4A2C-44B9-B7BD-4355298A7D53}"/>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6AEA0B32-C118-4E7C-B984-50EDE3546739}"/>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A7442FB-FE4E-4859-8686-11623A4757EA}"/>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sp>
        <p:nvSpPr>
          <p:cNvPr id="28" name="">
            <a:extLst xmlns:a="http://schemas.openxmlformats.org/drawingml/2006/main">
              <a:ext uri="{FF2B5EF4-FFF2-40B4-BE49-F238E27FC236}">
                <a16:creationId xmlns:a16="http://schemas.microsoft.com/office/drawing/2014/main" id="{376279A6-8486-4288-B826-85082E715E2E}"/>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3F5D9B-767B-4C55-9916-F6CAC61C9263}"/>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19875BF8-8CEA-43D4-B51C-E15B391D948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4A24B65C-E903-46CD-913D-60AF13B8BB6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6D11C940-D19E-4794-BFC6-614550824FB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5AD924-0669-4AF7-82CA-269281BDE403}"/>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CAFAF4B0-0240-4AA3-AD5F-BFB5CE14C2B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DD217C55-E21E-45E9-B2F0-FA062AC09A39}"/>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7164272-DD62-4F2F-A16C-F025D09B63BE}"/>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E604D29D-B346-4C7A-A9EF-6DAE78935FCD}"/>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F3F62971-1B44-49DC-B2CD-70CD24865D86}"/>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9ECF21-4989-4876-AC87-1BEEBFA205D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C9B48B72-C5DE-44FF-BEF5-54519459FDAE}"/>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4800583D-FF82-4AF5-BA20-AFA228D3ECD8}"/>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82B074-8648-49BA-81B9-6A5E58B64658}"/>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8FC7CEE8-E47C-4DEC-902A-F1E02B0AAA0F}"/>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BD1FC5A7-E3C1-4E1E-A107-E8FE376E2012}"/>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429B8D-CA7A-4385-BACE-DD39A7DFF0BB}"/>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B9D26DF9-E7F1-4150-B388-39935C641609}"/>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3DA49693-F49A-4929-AEE5-92CC0171BE3A}"/>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2000"/>
              </a:lnSpc>
              <a:buNone/>
              <a:defRPr sz="1800" b="1">
                <a:solidFill>
                  <a:srgbClr val="28342F"/>
                </a:solidFill>
                <a:latin typeface="Arial"/>
                <a:ea typeface="Arial"/>
                <a:cs typeface="Arial"/>
              </a:defRPr>
            </a:pPr>
            <a:r>
              <a:rPr sz="1800" b="1">
                <a:solidFill>
                  <a:srgbClr val="28342F"/>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6AB32D8A-9E73-4BC7-BF82-94F11BE65D28}"/>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53F22D8C-8C8F-4E7C-824F-67358771043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06</a:t>
            </a:r>
          </a:p>
        </p:txBody>
      </p:sp>
    </p:spTree>
    <p:extLst>
      <p:ext uri="{BB962C8B-B14F-4D97-AF65-F5344CB8AC3E}">
        <p14:creationId xmlns:p14="http://schemas.microsoft.com/office/powerpoint/2010/main" val="1418459231"/>
      </p:ext>
    </p:extLst>
  </p:cSld>
</p:sld>
</file>

<file path=ppt/slides/slide7.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0722677-7518-4ED4-8A2F-1DC54262833C}"/>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BF9948A8-D178-4DF9-9D6D-5F33B3C79F16}"/>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15E9B97-B66F-485C-96DB-09C6E9724C93}"/>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C97FCE51-05C6-4F94-B85C-2346704C5D6B}"/>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E3877A9-7BC8-4F9B-B3D3-DAAAB911E712}"/>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sp>
        <p:nvSpPr>
          <p:cNvPr id="29" name="">
            <a:extLst xmlns:a="http://schemas.openxmlformats.org/drawingml/2006/main">
              <a:ext uri="{FF2B5EF4-FFF2-40B4-BE49-F238E27FC236}">
                <a16:creationId xmlns:a16="http://schemas.microsoft.com/office/drawing/2014/main" id="{DF6553DF-0302-47AD-842F-76C164E873C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622EC7-B81D-480A-8D26-1BF84085BEA0}"/>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E1D5D371-8D90-404E-8F77-85D8DA7C1EC6}"/>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743484C9-680B-4E92-9A0A-F32A33D03A46}"/>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7C5DB3C-1BB1-4FF8-834C-02E2CBDA4967}"/>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A09351-B44E-4FE6-A82E-770CB4B1F64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55A1A7A0-03A7-43C1-9A17-2592BA10971D}"/>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E6495DAE-C3ED-49FD-80B8-59CA51365422}"/>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07DD26-2FE8-439B-932C-3262BED9E29D}"/>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D369783C-681F-4580-B931-6E96A5A688E5}"/>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ECDC21F3-DD36-4485-B5FD-9BD0460146FD}"/>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0E2D0D-86EE-4469-BCF8-1C28811BBD85}"/>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907E7A71-1984-4645-8C1A-1BD698B67958}"/>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670473DC-6AB5-4402-BAB3-A4A3D158E8E0}"/>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AED33B-1E42-4DCE-AF2A-E1EA0CFC2ED3}"/>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3AB0215C-FC86-431C-9D29-FD2B8B78B559}"/>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6B5A14D9-2081-4252-B865-6C05735D6B9B}"/>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C354DB4-DADD-4DFE-B6DA-1D08A4416584}"/>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C85CAE1-C9AC-436D-912E-0F26401DF9A5}"/>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5E4E23E6-ADBA-4562-82E3-785425090297}"/>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2EEE5"/>
          </a:solidFill>
          <a:ln xmlns:a="http://schemas.openxmlformats.org/drawingml/2006/main" w="9525">
            <a:solidFill>
              <a:srgbClr val="D2C5B5"/>
            </a:solidFill>
            <a:prstDash val="solid"/>
          </a:ln>
        </p:spPr>
      </p:sp>
      <p:sp>
        <p:nvSpPr>
          <p:cNvPr id="26" name="">
            <a:extLst xmlns:a="http://schemas.openxmlformats.org/drawingml/2006/main">
              <a:ext uri="{FF2B5EF4-FFF2-40B4-BE49-F238E27FC236}">
                <a16:creationId xmlns:a16="http://schemas.microsoft.com/office/drawing/2014/main" id="{CFE9C48B-439A-4AED-9938-75B58CDA4FB5}"/>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4000"/>
              </a:lnSpc>
              <a:buNone/>
              <a:defRPr sz="1800" b="1">
                <a:solidFill>
                  <a:srgbClr val="28342F"/>
                </a:solidFill>
                <a:latin typeface="Arial"/>
                <a:ea typeface="Arial"/>
                <a:cs typeface="Arial"/>
              </a:defRPr>
            </a:pPr>
            <a:r>
              <a:rPr sz="1800" b="1">
                <a:solidFill>
                  <a:srgbClr val="28342F"/>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B6CB1D01-5948-4D97-BF5C-403FB99B369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C9C910F6-E2D2-453F-8A6E-349BA6B7A7E6}"/>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07</a:t>
            </a:r>
          </a:p>
        </p:txBody>
      </p:sp>
    </p:spTree>
    <p:extLst>
      <p:ext uri="{BB962C8B-B14F-4D97-AF65-F5344CB8AC3E}">
        <p14:creationId xmlns:p14="http://schemas.microsoft.com/office/powerpoint/2010/main" val="322746488"/>
      </p:ext>
    </p:extLst>
  </p:cSld>
</p:sld>
</file>

<file path=ppt/slides/slide8.xml><?xml version="1.0" encoding="utf-8"?>
<p:sld xmlns:p="http://schemas.openxmlformats.org/presentationml/2006/main">
  <p:cSld>
    <p:bg>
      <p:bgPr>
        <a:solidFill xmlns:a="http://schemas.openxmlformats.org/drawingml/2006/main">
          <a:srgbClr val="28342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7FA321-C450-4511-BE23-081337592B20}"/>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BD054126-FDDA-483B-8547-C58A4B6BF845}"/>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87852"/>
            </a:solidFill>
            <a:prstDash val="solid"/>
          </a:ln>
        </p:spPr>
      </p:sp>
      <p:sp>
        <p:nvSpPr>
          <p:cNvPr id="3" name="">
            <a:extLst xmlns:a="http://schemas.openxmlformats.org/drawingml/2006/main">
              <a:ext uri="{FF2B5EF4-FFF2-40B4-BE49-F238E27FC236}">
                <a16:creationId xmlns:a16="http://schemas.microsoft.com/office/drawing/2014/main" id="{495BEEFC-4B4C-449A-AF44-2281F7EA13D3}"/>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E1FE9CCA-8C44-4B87-862F-79F249BBDECE}"/>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506924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2026-10-01T03:55:05.0980000Z</dcterms:created>
  <dcterms:modified xsi:type="dcterms:W3CDTF">2026-10-01T03:55:05.0980000Z</dcterms:modified>
</coreProperties>
</file>