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7898c50bf148d0" /><Relationship Type="http://schemas.openxmlformats.org/officeDocument/2006/relationships/extended-properties" Target="/docProps/app.xml" Id="R12fed6965f1e4d93" /><Relationship Type="http://schemas.openxmlformats.org/officeDocument/2006/relationships/officeDocument" Target="/ppt/presentation.xml" Id="R076718c2f8434c00" /></Relationships>
</file>

<file path=ppt/presentation.xml><?xml version="1.0" encoding="utf-8"?>
<p:presentation xmlns:p="http://schemas.openxmlformats.org/presentationml/2006/main">
  <p:sldMasterIdLst>
    <p:sldMasterId xmlns:r="http://schemas.openxmlformats.org/officeDocument/2006/relationships" id="2147483648" r:id="Rf8ad090a415747e0"/>
  </p:sldMasterIdLst>
  <p:notesMasterIdLst>
    <p:notesMasterId xmlns:r="http://schemas.openxmlformats.org/officeDocument/2006/relationships" r:id="Reac45f02d6ee4cd0"/>
  </p:notesMasterIdLst>
  <p:sldIdLst>
    <p:sldId xmlns:r="http://schemas.openxmlformats.org/officeDocument/2006/relationships" id="256" r:id="R6b3e7ef5ac1c409b"/>
    <p:sldId xmlns:r="http://schemas.openxmlformats.org/officeDocument/2006/relationships" id="257" r:id="R0c8edb3eef774b15"/>
    <p:sldId xmlns:r="http://schemas.openxmlformats.org/officeDocument/2006/relationships" id="258" r:id="R4626c70b33414731"/>
    <p:sldId xmlns:r="http://schemas.openxmlformats.org/officeDocument/2006/relationships" id="259" r:id="Rc8135eef8e0d4114"/>
    <p:sldId xmlns:r="http://schemas.openxmlformats.org/officeDocument/2006/relationships" id="260" r:id="Rdc75c28a06fa4a7a"/>
    <p:sldId xmlns:r="http://schemas.openxmlformats.org/officeDocument/2006/relationships" id="261" r:id="Reeb6cdccd6c045b7"/>
    <p:sldId xmlns:r="http://schemas.openxmlformats.org/officeDocument/2006/relationships" id="262" r:id="Rfcfd6e524e0341b4"/>
    <p:sldId xmlns:r="http://schemas.openxmlformats.org/officeDocument/2006/relationships" id="263" r:id="R3b6ed3c5665d4b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b4d159da34b55" /><Relationship Type="http://schemas.openxmlformats.org/officeDocument/2006/relationships/slideMaster" Target="/ppt/slideMasters/slideMaster1.xml" Id="Rf8ad090a415747e0" /><Relationship Type="http://schemas.openxmlformats.org/officeDocument/2006/relationships/notesMaster" Target="/ppt/notesMasters/notesMaster1.xml" Id="Reac45f02d6ee4cd0" /><Relationship Type="http://schemas.openxmlformats.org/officeDocument/2006/relationships/presProps" Target="/ppt/presProps.xml" Id="R9dea2956b3d94db4" /><Relationship Type="http://schemas.openxmlformats.org/officeDocument/2006/relationships/tableStyles" Target="/ppt/tableStyles.xml" Id="R0b401ed8522b4118" /><Relationship Type="http://schemas.openxmlformats.org/officeDocument/2006/relationships/slide" Target="/ppt/slides/slide1.xml" Id="R6b3e7ef5ac1c409b" /><Relationship Type="http://schemas.openxmlformats.org/officeDocument/2006/relationships/slide" Target="/ppt/slides/slide2.xml" Id="R0c8edb3eef774b15" /><Relationship Type="http://schemas.openxmlformats.org/officeDocument/2006/relationships/slide" Target="/ppt/slides/slide3.xml" Id="R4626c70b33414731" /><Relationship Type="http://schemas.openxmlformats.org/officeDocument/2006/relationships/slide" Target="/ppt/slides/slide4.xml" Id="Rc8135eef8e0d4114" /><Relationship Type="http://schemas.openxmlformats.org/officeDocument/2006/relationships/slide" Target="/ppt/slides/slide5.xml" Id="Rdc75c28a06fa4a7a" /><Relationship Type="http://schemas.openxmlformats.org/officeDocument/2006/relationships/slide" Target="/ppt/slides/slide6.xml" Id="Reeb6cdccd6c045b7" /><Relationship Type="http://schemas.openxmlformats.org/officeDocument/2006/relationships/slide" Target="/ppt/slides/slide7.xml" Id="Rfcfd6e524e0341b4" /><Relationship Type="http://schemas.openxmlformats.org/officeDocument/2006/relationships/slide" Target="/ppt/slides/slide8.xml" Id="R3b6ed3c5665d4b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5713130af640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a6a817a8d2432c" /><Relationship Type="http://schemas.openxmlformats.org/officeDocument/2006/relationships/notesMaster" Target="/ppt/notesMasters/notesMaster1.xml" Id="R56b2445b870e47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b555adb1c94aef" /><Relationship Type="http://schemas.openxmlformats.org/officeDocument/2006/relationships/notesMaster" Target="/ppt/notesMasters/notesMaster1.xml" Id="R5970c2fd976949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4545796b3e47da" /><Relationship Type="http://schemas.openxmlformats.org/officeDocument/2006/relationships/notesMaster" Target="/ppt/notesMasters/notesMaster1.xml" Id="Rafc62a8e912f4b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d609a5a8a747f6" /><Relationship Type="http://schemas.openxmlformats.org/officeDocument/2006/relationships/notesMaster" Target="/ppt/notesMasters/notesMaster1.xml" Id="R4a4de4a3d2fc47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1c652ff9b94c18" /><Relationship Type="http://schemas.openxmlformats.org/officeDocument/2006/relationships/notesMaster" Target="/ppt/notesMasters/notesMaster1.xml" Id="Rce903d34e0ec42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fcba027bbf4bc7" /><Relationship Type="http://schemas.openxmlformats.org/officeDocument/2006/relationships/notesMaster" Target="/ppt/notesMasters/notesMaster1.xml" Id="Re52f15336aac4c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0410983951457a" /><Relationship Type="http://schemas.openxmlformats.org/officeDocument/2006/relationships/notesMaster" Target="/ppt/notesMasters/notesMaster1.xml" Id="R1215573712ee44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e6cc137e6d4e9c" /><Relationship Type="http://schemas.openxmlformats.org/officeDocument/2006/relationships/notesMaster" Target="/ppt/notesMasters/notesMaster1.xml" Id="R2fa9d5347a394a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9718183e4c4c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a715ee12aa4b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dc8ef673ce49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cd2c87a91d4d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26dd56d1eb4a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22860aae994c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58832E-C9D5-4C9E-868C-1722451A2D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A9CFB8-8BA5-4DD8-9466-5D9CAF7840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BBAE81-7927-4CCC-A761-15B25F27E9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7C1D14-71AA-497D-B0AF-253D8ACF5C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85FEF7-7B5D-4C9D-A73B-5B64BCE06E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7915BD6-A021-4D4A-9AFE-5C4C729DA0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7A55B2-55DD-4408-BD7F-F16FB48F59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6DE0BF-C4DA-4CF8-A018-81F600C6BD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CDA868-028A-45BF-B061-171AA2A3E3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D39B1A-D233-4F71-8FA3-0701293A83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106305139e4f8a" /><Relationship Type="http://schemas.openxmlformats.org/officeDocument/2006/relationships/slideLayout" Target="/ppt/slideLayouts/slideLayout1.xml" Id="Rb7333797c1d84aa3" /><Relationship Type="http://schemas.openxmlformats.org/officeDocument/2006/relationships/slideLayout" Target="/ppt/slideLayouts/slideLayout2.xml" Id="R81b5d0396a6a474c" /><Relationship Type="http://schemas.openxmlformats.org/officeDocument/2006/relationships/slideLayout" Target="/ppt/slideLayouts/slideLayout3.xml" Id="R3884c0ac83094d06" /><Relationship Type="http://schemas.openxmlformats.org/officeDocument/2006/relationships/slideLayout" Target="/ppt/slideLayouts/slideLayout4.xml" Id="R9f80c17536d8476c" /><Relationship Type="http://schemas.openxmlformats.org/officeDocument/2006/relationships/slideLayout" Target="/ppt/slideLayouts/slideLayout5.xml" Id="R213f51912bd4484d" /><Relationship Type="http://schemas.openxmlformats.org/officeDocument/2006/relationships/slideLayout" Target="/ppt/slideLayouts/slideLayout6.xml" Id="Rd1cbeea81fd448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333797c1d84aa3"/>
    <p:sldLayoutId xmlns:r="http://schemas.openxmlformats.org/officeDocument/2006/relationships" id="2147483650" r:id="R81b5d0396a6a474c"/>
    <p:sldLayoutId xmlns:r="http://schemas.openxmlformats.org/officeDocument/2006/relationships" id="2147483651" r:id="R3884c0ac83094d06"/>
    <p:sldLayoutId xmlns:r="http://schemas.openxmlformats.org/officeDocument/2006/relationships" id="2147483652" r:id="R9f80c17536d8476c"/>
    <p:sldLayoutId xmlns:r="http://schemas.openxmlformats.org/officeDocument/2006/relationships" id="2147483653" r:id="R213f51912bd4484d"/>
    <p:sldLayoutId xmlns:r="http://schemas.openxmlformats.org/officeDocument/2006/relationships" id="2147483654" r:id="Rd1cbeea81fd448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fb29c221904c85" /><Relationship Type="http://schemas.openxmlformats.org/officeDocument/2006/relationships/image" Target="/ppt/media/image.png" Id="R0599be408f844f1f" /><Relationship Type="http://schemas.openxmlformats.org/officeDocument/2006/relationships/notesSlide" Target="/ppt/notesSlides/notesSlide1.xml" Id="Rbedec142be3144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3ca5d2331d48e7" /><Relationship Type="http://schemas.openxmlformats.org/officeDocument/2006/relationships/notesSlide" Target="/ppt/notesSlides/notesSlide2.xml" Id="R90c7c83ab3bb48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dabfa11b2b465e" /><Relationship Type="http://schemas.openxmlformats.org/officeDocument/2006/relationships/notesSlide" Target="/ppt/notesSlides/notesSlide3.xml" Id="Ra0916327a5ec44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fda172808d410b" /><Relationship Type="http://schemas.openxmlformats.org/officeDocument/2006/relationships/notesSlide" Target="/ppt/notesSlides/notesSlide4.xml" Id="R9f03633df74644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8eaa705e0640cd" /><Relationship Type="http://schemas.openxmlformats.org/officeDocument/2006/relationships/notesSlide" Target="/ppt/notesSlides/notesSlide5.xml" Id="R9fe551be12154c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3a156b74fa463f" /><Relationship Type="http://schemas.openxmlformats.org/officeDocument/2006/relationships/notesSlide" Target="/ppt/notesSlides/notesSlide6.xml" Id="R405484b8fab942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4ecf284f1543e1" /><Relationship Type="http://schemas.openxmlformats.org/officeDocument/2006/relationships/notesSlide" Target="/ppt/notesSlides/notesSlide7.xml" Id="R383a4444009442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d8d26c8fa0447f0" /><Relationship Type="http://schemas.openxmlformats.org/officeDocument/2006/relationships/notesSlide" Target="/ppt/notesSlides/notesSlide8.xml" Id="Ra1031feb83c54613" /></Relationships>
</file>

<file path=ppt/slides/slide1.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3919B70-F98A-4185-9E05-D3D0627111E1}"/>
              </a:ext>
            </a:extLst>
          </p:cNvPr>
          <p:cNvPicPr>
            <a:picLocks xmlns:a="http://schemas.openxmlformats.org/drawingml/2006/main" noChangeAspect="1"/>
          </p:cNvPicPr>
          <p:nvPr/>
        </p:nvPicPr>
        <p:blipFill>
          <a:blip xmlns:r="http://schemas.openxmlformats.org/officeDocument/2006/relationships" xmlns:a="http://schemas.openxmlformats.org/drawingml/2006/main" r:embed="R0599be408f844f1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BFF3AF-2AC3-4E6F-95D3-A47EB8898BCB}"/>
              </a:ext>
            </a:extLst>
          </p:cNvPr>
          <p:cNvSpPr>
            <a:spLocks xmlns:a="http://schemas.openxmlformats.org/drawingml/2006/main" noGrp="1"/>
          </p:cNvSpPr>
          <p:nvPr/>
        </p:nvSpPr>
        <p:spPr>
          <a:xfrm xmlns:a="http://schemas.openxmlformats.org/drawingml/2006/main">
            <a:off x="6572250" y="1619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28342F"/>
                </a:solidFill>
                <a:latin typeface="Arial"/>
                <a:ea typeface="Arial"/>
                <a:cs typeface="Arial"/>
              </a:defRPr>
            </a:defPPr>
          </a:lstStyle>
          <a:p xmlns:a="http://schemas.openxmlformats.org/drawingml/2006/main">
            <a:pPr algn="r">
              <a:lnSpc>
                <a:spcPct val="100000"/>
              </a:lnSpc>
              <a:buNone/>
              <a:defRPr sz="3600" b="1">
                <a:solidFill>
                  <a:srgbClr val="28342F"/>
                </a:solidFill>
                <a:latin typeface="Arial"/>
                <a:ea typeface="Arial"/>
                <a:cs typeface="Arial"/>
              </a:defRPr>
            </a:pPr>
            <a:r>
              <a:rPr sz="3600" b="1">
                <a:solidFill>
                  <a:srgbClr val="28342F"/>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4DF2C188-1D32-44FE-B769-6CEA138384FC}"/>
              </a:ext>
            </a:extLst>
          </p:cNvPr>
          <p:cNvSpPr>
            <a:spLocks xmlns:a="http://schemas.openxmlformats.org/drawingml/2006/main" noGrp="1"/>
          </p:cNvSpPr>
          <p:nvPr/>
        </p:nvSpPr>
        <p:spPr>
          <a:xfrm xmlns:a="http://schemas.openxmlformats.org/drawingml/2006/main">
            <a:off x="6572250" y="24955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28342F"/>
                </a:solidFill>
                <a:latin typeface="Arial"/>
                <a:ea typeface="Arial"/>
                <a:cs typeface="Arial"/>
              </a:defRPr>
            </a:defPPr>
          </a:lstStyle>
          <a:p xmlns:a="http://schemas.openxmlformats.org/drawingml/2006/main">
            <a:pPr algn="r">
              <a:lnSpc>
                <a:spcPct val="105000"/>
              </a:lnSpc>
              <a:buNone/>
              <a:defRPr sz="1875" b="0">
                <a:solidFill>
                  <a:srgbClr val="28342F"/>
                </a:solidFill>
                <a:latin typeface="Arial"/>
                <a:ea typeface="Arial"/>
                <a:cs typeface="Arial"/>
              </a:defRPr>
            </a:pPr>
            <a:r>
              <a:rPr sz="1875" b="0">
                <a:solidFill>
                  <a:srgbClr val="28342F"/>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0BCE8A0C-7D0E-4CBF-BECB-2FB5FB8882DC}"/>
              </a:ext>
            </a:extLst>
          </p:cNvPr>
          <p:cNvSpPr>
            <a:spLocks xmlns:a="http://schemas.openxmlformats.org/drawingml/2006/main" noGrp="1"/>
          </p:cNvSpPr>
          <p:nvPr/>
        </p:nvSpPr>
        <p:spPr>
          <a:xfrm xmlns:a="http://schemas.openxmlformats.org/drawingml/2006/main">
            <a:off x="6572250" y="3286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B6A64"/>
                </a:solidFill>
                <a:latin typeface="Arial"/>
                <a:ea typeface="Arial"/>
                <a:cs typeface="Arial"/>
              </a:defRPr>
            </a:defPPr>
          </a:lstStyle>
          <a:p xmlns:a="http://schemas.openxmlformats.org/drawingml/2006/main">
            <a:pPr algn="r">
              <a:lnSpc>
                <a:spcPct val="100000"/>
              </a:lnSpc>
              <a:buNone/>
              <a:defRPr sz="1275" b="0">
                <a:solidFill>
                  <a:srgbClr val="6B6A64"/>
                </a:solidFill>
                <a:latin typeface="Arial"/>
                <a:ea typeface="Arial"/>
                <a:cs typeface="Arial"/>
              </a:defRPr>
            </a:pPr>
            <a:r>
              <a:rPr sz="1275" b="0">
                <a:solidFill>
                  <a:srgbClr val="6B6A64"/>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090936088"/>
      </p:ext>
    </p:extLst>
  </p:cSld>
</p:sld>
</file>

<file path=ppt/slides/slide2.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90DDC9-56BD-437C-BB5E-53296361CC3E}"/>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EB1C71-ACC2-44DE-9793-8F0AAFA3473B}"/>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מהי קינסיולוגיה מעשית</a:t>
            </a:r>
          </a:p>
        </p:txBody>
      </p:sp>
      <p:sp>
        <p:nvSpPr>
          <p:cNvPr id="3" name="">
            <a:extLst xmlns:a="http://schemas.openxmlformats.org/drawingml/2006/main">
              <a:ext uri="{FF2B5EF4-FFF2-40B4-BE49-F238E27FC236}">
                <a16:creationId xmlns:a16="http://schemas.microsoft.com/office/drawing/2014/main" id="{E488C0A7-7E3B-47D8-9522-F2D02D555B3A}"/>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גישה טיפולית אישית שנבנתה מתוך לימוד, ניסיון והקשבה</a:t>
            </a:r>
          </a:p>
        </p:txBody>
      </p:sp>
      <p:sp>
        <p:nvSpPr>
          <p:cNvPr id="4" name="">
            <a:extLst xmlns:a="http://schemas.openxmlformats.org/drawingml/2006/main">
              <a:ext uri="{FF2B5EF4-FFF2-40B4-BE49-F238E27FC236}">
                <a16:creationId xmlns:a16="http://schemas.microsoft.com/office/drawing/2014/main" id="{D3592C86-E8B1-4069-A838-7D283472050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773CFA8F-6A67-4ECA-AAF7-51A06FB79EF0}"/>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A65F48"/>
                </a:solidFill>
                <a:latin typeface="Arial"/>
                <a:ea typeface="Arial"/>
                <a:cs typeface="Arial"/>
              </a:defRPr>
            </a:defPPr>
          </a:lstStyle>
          <a:p xmlns:a="http://schemas.openxmlformats.org/drawingml/2006/main">
            <a:pPr algn="r">
              <a:lnSpc>
                <a:spcPct val="95000"/>
              </a:lnSpc>
              <a:buNone/>
              <a:defRPr sz="2550" b="1">
                <a:solidFill>
                  <a:srgbClr val="A65F48"/>
                </a:solidFill>
                <a:latin typeface="Arial"/>
                <a:ea typeface="Arial"/>
                <a:cs typeface="Arial"/>
              </a:defRPr>
            </a:pPr>
            <a:r>
              <a:rPr sz="2550" b="1">
                <a:solidFill>
                  <a:srgbClr val="A65F48"/>
                </a:solidFill>
                <a:latin typeface="Arial"/>
                <a:ea typeface="Arial"/>
                <a:cs typeface="Arial"/>
              </a:rPr>
              <a:t>תגובה של שריר משמשת כמשוב בתוך שיחה טיפולית</a:t>
            </a:r>
          </a:p>
        </p:txBody>
      </p:sp>
      <p:sp>
        <p:nvSpPr>
          <p:cNvPr id="6" name="">
            <a:extLst xmlns:a="http://schemas.openxmlformats.org/drawingml/2006/main">
              <a:ext uri="{FF2B5EF4-FFF2-40B4-BE49-F238E27FC236}">
                <a16:creationId xmlns:a16="http://schemas.microsoft.com/office/drawing/2014/main" id="{18E03BBD-A179-43CC-8FA7-5EA993B74AD2}"/>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28342F"/>
                </a:solidFill>
                <a:latin typeface="Arial"/>
                <a:ea typeface="Arial"/>
                <a:cs typeface="Arial"/>
              </a:defRPr>
            </a:defPPr>
          </a:lstStyle>
          <a:p xmlns:a="http://schemas.openxmlformats.org/drawingml/2006/main">
            <a:pPr algn="r">
              <a:lnSpc>
                <a:spcPct val="108000"/>
              </a:lnSpc>
              <a:buNone/>
              <a:defRPr sz="1800" b="0">
                <a:solidFill>
                  <a:srgbClr val="28342F"/>
                </a:solidFill>
                <a:latin typeface="Arial"/>
                <a:ea typeface="Arial"/>
                <a:cs typeface="Arial"/>
              </a:defRPr>
            </a:pPr>
            <a:r>
              <a:rPr sz="1800" b="0">
                <a:solidFill>
                  <a:srgbClr val="28342F"/>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7" name="">
            <a:extLst xmlns:a="http://schemas.openxmlformats.org/drawingml/2006/main">
              <a:ext uri="{FF2B5EF4-FFF2-40B4-BE49-F238E27FC236}">
                <a16:creationId xmlns:a16="http://schemas.microsoft.com/office/drawing/2014/main" id="{5D66B0AE-1F4E-41C9-BE77-C10A18B02AA5}"/>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BF8F1"/>
          </a:solidFill>
          <a:ln xmlns:a="http://schemas.openxmlformats.org/drawingml/2006/main" w="19050">
            <a:solidFill>
              <a:srgbClr val="D2C5B5"/>
            </a:solidFill>
            <a:prstDash val="solid"/>
          </a:ln>
        </p:spPr>
      </p:sp>
      <p:sp>
        <p:nvSpPr>
          <p:cNvPr id="8" name="">
            <a:extLst xmlns:a="http://schemas.openxmlformats.org/drawingml/2006/main">
              <a:ext uri="{FF2B5EF4-FFF2-40B4-BE49-F238E27FC236}">
                <a16:creationId xmlns:a16="http://schemas.microsoft.com/office/drawing/2014/main" id="{C41D2FA8-B394-4A0E-BF18-DE328E028FBF}"/>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314B40"/>
                </a:solidFill>
                <a:latin typeface="Arial"/>
                <a:ea typeface="Arial"/>
                <a:cs typeface="Arial"/>
              </a:defRPr>
            </a:defPPr>
          </a:lstStyle>
          <a:p xmlns:a="http://schemas.openxmlformats.org/drawingml/2006/main">
            <a:pPr algn="ctr">
              <a:lnSpc>
                <a:spcPct val="100000"/>
              </a:lnSpc>
              <a:buNone/>
              <a:defRPr sz="2325" b="1">
                <a:solidFill>
                  <a:srgbClr val="314B40"/>
                </a:solidFill>
                <a:latin typeface="Arial"/>
                <a:ea typeface="Arial"/>
                <a:cs typeface="Arial"/>
              </a:defRPr>
            </a:pPr>
            <a:r>
              <a:rPr sz="2325" b="1">
                <a:solidFill>
                  <a:srgbClr val="314B40"/>
                </a:solidFill>
                <a:latin typeface="Arial"/>
                <a:ea typeface="Arial"/>
                <a:cs typeface="Arial"/>
              </a:rPr>
              <a:t>הגוף</a:t>
            </a:r>
          </a:p>
        </p:txBody>
      </p:sp>
      <p:sp>
        <p:nvSpPr>
          <p:cNvPr id="9" name="">
            <a:extLst xmlns:a="http://schemas.openxmlformats.org/drawingml/2006/main">
              <a:ext uri="{FF2B5EF4-FFF2-40B4-BE49-F238E27FC236}">
                <a16:creationId xmlns:a16="http://schemas.microsoft.com/office/drawing/2014/main" id="{0E4631BF-D68D-4BD9-819F-08B9557A35DD}"/>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A65F48"/>
                </a:solidFill>
                <a:latin typeface="Arial"/>
                <a:ea typeface="Arial"/>
                <a:cs typeface="Arial"/>
              </a:defRPr>
            </a:defPPr>
          </a:lstStyle>
          <a:p xmlns:a="http://schemas.openxmlformats.org/drawingml/2006/main">
            <a:pPr algn="ctr">
              <a:lnSpc>
                <a:spcPct val="100000"/>
              </a:lnSpc>
              <a:buNone/>
              <a:defRPr sz="2325" b="1">
                <a:solidFill>
                  <a:srgbClr val="A65F48"/>
                </a:solidFill>
                <a:latin typeface="Arial"/>
                <a:ea typeface="Arial"/>
                <a:cs typeface="Arial"/>
              </a:defRPr>
            </a:pPr>
            <a:r>
              <a:rPr sz="2325" b="1">
                <a:solidFill>
                  <a:srgbClr val="A65F48"/>
                </a:solidFill>
                <a:latin typeface="Arial"/>
                <a:ea typeface="Arial"/>
                <a:cs typeface="Arial"/>
              </a:rPr>
              <a:t>משוב</a:t>
            </a:r>
          </a:p>
        </p:txBody>
      </p:sp>
      <p:sp>
        <p:nvSpPr>
          <p:cNvPr id="10" name="">
            <a:extLst xmlns:a="http://schemas.openxmlformats.org/drawingml/2006/main">
              <a:ext uri="{FF2B5EF4-FFF2-40B4-BE49-F238E27FC236}">
                <a16:creationId xmlns:a16="http://schemas.microsoft.com/office/drawing/2014/main" id="{C06B640E-C203-44A2-8826-9D4790BFBA2A}"/>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526D69"/>
                </a:solidFill>
                <a:latin typeface="Arial"/>
                <a:ea typeface="Arial"/>
                <a:cs typeface="Arial"/>
              </a:defRPr>
            </a:defPPr>
          </a:lstStyle>
          <a:p xmlns:a="http://schemas.openxmlformats.org/drawingml/2006/main">
            <a:pPr algn="ctr">
              <a:lnSpc>
                <a:spcPct val="100000"/>
              </a:lnSpc>
              <a:buNone/>
              <a:defRPr sz="2325" b="1">
                <a:solidFill>
                  <a:srgbClr val="526D69"/>
                </a:solidFill>
                <a:latin typeface="Arial"/>
                <a:ea typeface="Arial"/>
                <a:cs typeface="Arial"/>
              </a:defRPr>
            </a:pPr>
            <a:r>
              <a:rPr sz="2325" b="1">
                <a:solidFill>
                  <a:srgbClr val="526D69"/>
                </a:solidFill>
                <a:latin typeface="Arial"/>
                <a:ea typeface="Arial"/>
                <a:cs typeface="Arial"/>
              </a:rPr>
              <a:t>הקשבה</a:t>
            </a:r>
          </a:p>
        </p:txBody>
      </p:sp>
      <p:sp>
        <p:nvSpPr>
          <p:cNvPr id="11" name="">
            <a:extLst xmlns:a="http://schemas.openxmlformats.org/drawingml/2006/main">
              <a:ext uri="{FF2B5EF4-FFF2-40B4-BE49-F238E27FC236}">
                <a16:creationId xmlns:a16="http://schemas.microsoft.com/office/drawing/2014/main" id="{12631FAA-A7F7-46A6-B453-67B5EDA4C7DD}"/>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B6A64"/>
                </a:solidFill>
                <a:latin typeface="Arial"/>
                <a:ea typeface="Arial"/>
                <a:cs typeface="Arial"/>
              </a:defRPr>
            </a:defPPr>
          </a:lstStyle>
          <a:p xmlns:a="http://schemas.openxmlformats.org/drawingml/2006/main">
            <a:pPr algn="ctr">
              <a:lnSpc>
                <a:spcPct val="100000"/>
              </a:lnSpc>
              <a:buNone/>
              <a:defRPr sz="1050" b="0">
                <a:solidFill>
                  <a:srgbClr val="6B6A64"/>
                </a:solidFill>
                <a:latin typeface="Arial"/>
                <a:ea typeface="Arial"/>
                <a:cs typeface="Arial"/>
              </a:defRPr>
            </a:pPr>
            <a:r>
              <a:rPr sz="1050" b="0">
                <a:solidFill>
                  <a:srgbClr val="6B6A64"/>
                </a:solidFill>
                <a:latin typeface="Arial"/>
                <a:ea typeface="Arial"/>
                <a:cs typeface="Arial"/>
              </a:rPr>
              <a:t>המצגת מציגה תפיסות טיפוליות ומסורות מקצועיות. היא אינה תחליף לאבחון או טיפול רפואי.</a:t>
            </a:r>
          </a:p>
        </p:txBody>
      </p:sp>
      <p:sp>
        <p:nvSpPr>
          <p:cNvPr id="12" name="">
            <a:extLst xmlns:a="http://schemas.openxmlformats.org/drawingml/2006/main">
              <a:ext uri="{FF2B5EF4-FFF2-40B4-BE49-F238E27FC236}">
                <a16:creationId xmlns:a16="http://schemas.microsoft.com/office/drawing/2014/main" id="{5150AD46-6D48-4699-BAA4-A614B0E30E94}"/>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13" name="">
            <a:extLst xmlns:a="http://schemas.openxmlformats.org/drawingml/2006/main">
              <a:ext uri="{FF2B5EF4-FFF2-40B4-BE49-F238E27FC236}">
                <a16:creationId xmlns:a16="http://schemas.microsoft.com/office/drawing/2014/main" id="{8A809DEB-6076-476D-B8DF-DBFA88712F6E}"/>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02</a:t>
            </a:r>
          </a:p>
        </p:txBody>
      </p:sp>
    </p:spTree>
    <p:extLst>
      <p:ext uri="{BB962C8B-B14F-4D97-AF65-F5344CB8AC3E}">
        <p14:creationId xmlns:p14="http://schemas.microsoft.com/office/powerpoint/2010/main" val="290449708"/>
      </p:ext>
    </p:extLst>
  </p:cSld>
</p:sld>
</file>

<file path=ppt/slides/slide3.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6FB8FBB-3F72-4704-A002-4AD10A62829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C5758D-0B20-463D-BFBD-7CA62341B983}"/>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התפתחות הקינסיולוגיה המעשית</a:t>
            </a:r>
          </a:p>
        </p:txBody>
      </p:sp>
      <p:sp>
        <p:nvSpPr>
          <p:cNvPr id="3" name="">
            <a:extLst xmlns:a="http://schemas.openxmlformats.org/drawingml/2006/main">
              <a:ext uri="{FF2B5EF4-FFF2-40B4-BE49-F238E27FC236}">
                <a16:creationId xmlns:a16="http://schemas.microsoft.com/office/drawing/2014/main" id="{79C3E67B-FB6C-45E9-9F23-C5313FA70EB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לא ממציא יחיד, אלא שרשרת של רעיונות ושיטות</a:t>
            </a:r>
          </a:p>
        </p:txBody>
      </p:sp>
      <p:sp>
        <p:nvSpPr>
          <p:cNvPr id="4" name="">
            <a:extLst xmlns:a="http://schemas.openxmlformats.org/drawingml/2006/main">
              <a:ext uri="{FF2B5EF4-FFF2-40B4-BE49-F238E27FC236}">
                <a16:creationId xmlns:a16="http://schemas.microsoft.com/office/drawing/2014/main" id="{A399F50F-05F3-4ACC-A976-00716329628E}"/>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F6096340-E13B-4231-A372-A5C1BBBCE9D9}"/>
              </a:ext>
            </a:extLst>
          </p:cNvPr>
          <p:cNvSpPr>
            <a:spLocks xmlns:a="http://schemas.openxmlformats.org/drawingml/2006/main" noGrp="1"/>
          </p:cNvSpPr>
          <p:nvPr/>
        </p:nvSpPr>
        <p:spPr>
          <a:xfrm xmlns:a="http://schemas.openxmlformats.org/drawingml/2006/main">
            <a:off x="1066800" y="3219450"/>
            <a:ext cx="10001250" cy="0"/>
          </a:xfrm>
          <a:prstGeom xmlns:a="http://schemas.openxmlformats.org/drawingml/2006/main" prst="line">
            <a:avLst/>
          </a:prstGeom>
          <a:noFill xmlns:a="http://schemas.openxmlformats.org/drawingml/2006/main"/>
          <a:ln xmlns:a="http://schemas.openxmlformats.org/drawingml/2006/main" w="47625">
            <a:solidFill>
              <a:srgbClr val="D2C5B5"/>
            </a:solidFill>
            <a:prstDash val="solid"/>
          </a:ln>
        </p:spPr>
      </p:sp>
      <p:sp>
        <p:nvSpPr>
          <p:cNvPr id="6" name="">
            <a:extLst xmlns:a="http://schemas.openxmlformats.org/drawingml/2006/main">
              <a:ext uri="{FF2B5EF4-FFF2-40B4-BE49-F238E27FC236}">
                <a16:creationId xmlns:a16="http://schemas.microsoft.com/office/drawing/2014/main" id="{06D4C1BD-834F-4B06-96D9-AB34CFCEFC8E}"/>
              </a:ext>
            </a:extLst>
          </p:cNvPr>
          <p:cNvSpPr>
            <a:spLocks xmlns:a="http://schemas.openxmlformats.org/drawingml/2006/main" noGrp="1"/>
          </p:cNvSpPr>
          <p:nvPr/>
        </p:nvSpPr>
        <p:spPr>
          <a:xfrm xmlns:a="http://schemas.openxmlformats.org/drawingml/2006/main">
            <a:off x="1143000" y="2857500"/>
            <a:ext cx="723900" cy="7239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DBFBE90-EE39-4972-B11F-D040FD00D2F3}"/>
              </a:ext>
            </a:extLst>
          </p:cNvPr>
          <p:cNvSpPr>
            <a:spLocks xmlns:a="http://schemas.openxmlformats.org/drawingml/2006/main" noGrp="1"/>
          </p:cNvSpPr>
          <p:nvPr/>
        </p:nvSpPr>
        <p:spPr>
          <a:xfrm xmlns:a="http://schemas.openxmlformats.org/drawingml/2006/main">
            <a:off x="11430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BEED06A4-6FD9-49B1-8379-C6B9C297D6CE}"/>
              </a:ext>
            </a:extLst>
          </p:cNvPr>
          <p:cNvSpPr>
            <a:spLocks xmlns:a="http://schemas.openxmlformats.org/drawingml/2006/main" noGrp="1"/>
          </p:cNvSpPr>
          <p:nvPr/>
        </p:nvSpPr>
        <p:spPr>
          <a:xfrm xmlns:a="http://schemas.openxmlformats.org/drawingml/2006/main">
            <a:off x="9715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1915</a:t>
            </a:r>
          </a:p>
        </p:txBody>
      </p:sp>
      <p:sp>
        <p:nvSpPr>
          <p:cNvPr id="9" name="">
            <a:extLst xmlns:a="http://schemas.openxmlformats.org/drawingml/2006/main">
              <a:ext uri="{FF2B5EF4-FFF2-40B4-BE49-F238E27FC236}">
                <a16:creationId xmlns:a16="http://schemas.microsoft.com/office/drawing/2014/main" id="{3E76D4FA-F636-4929-9590-9EF7588B3E59}"/>
              </a:ext>
            </a:extLst>
          </p:cNvPr>
          <p:cNvSpPr>
            <a:spLocks xmlns:a="http://schemas.openxmlformats.org/drawingml/2006/main" noGrp="1"/>
          </p:cNvSpPr>
          <p:nvPr/>
        </p:nvSpPr>
        <p:spPr>
          <a:xfrm xmlns:a="http://schemas.openxmlformats.org/drawingml/2006/main">
            <a:off x="8572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526D69"/>
                </a:solidFill>
                <a:latin typeface="Arial"/>
                <a:ea typeface="Arial"/>
                <a:cs typeface="Arial"/>
              </a:defRPr>
            </a:defPPr>
          </a:lstStyle>
          <a:p xmlns:a="http://schemas.openxmlformats.org/drawingml/2006/main">
            <a:pPr algn="r">
              <a:lnSpc>
                <a:spcPct val="100000"/>
              </a:lnSpc>
              <a:buNone/>
              <a:defRPr sz="1575" b="1">
                <a:solidFill>
                  <a:srgbClr val="526D69"/>
                </a:solidFill>
                <a:latin typeface="Arial"/>
                <a:ea typeface="Arial"/>
                <a:cs typeface="Arial"/>
              </a:defRPr>
            </a:pPr>
            <a:r>
              <a:rPr sz="1575" b="1">
                <a:solidFill>
                  <a:srgbClr val="526D69"/>
                </a:solidFill>
                <a:latin typeface="Arial"/>
                <a:ea typeface="Arial"/>
                <a:cs typeface="Arial"/>
              </a:rPr>
              <a:t>בדיקות כוח שרירים</a:t>
            </a:r>
          </a:p>
        </p:txBody>
      </p:sp>
      <p:sp>
        <p:nvSpPr>
          <p:cNvPr id="10" name="">
            <a:extLst xmlns:a="http://schemas.openxmlformats.org/drawingml/2006/main">
              <a:ext uri="{FF2B5EF4-FFF2-40B4-BE49-F238E27FC236}">
                <a16:creationId xmlns:a16="http://schemas.microsoft.com/office/drawing/2014/main" id="{45BE57B7-5FDB-4372-A679-7310B0FB7EF3}"/>
              </a:ext>
            </a:extLst>
          </p:cNvPr>
          <p:cNvSpPr>
            <a:spLocks xmlns:a="http://schemas.openxmlformats.org/drawingml/2006/main" noGrp="1"/>
          </p:cNvSpPr>
          <p:nvPr/>
        </p:nvSpPr>
        <p:spPr>
          <a:xfrm xmlns:a="http://schemas.openxmlformats.org/drawingml/2006/main">
            <a:off x="8572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כלי רפואי ופיזיותרפי להערכת חולשת שרירים</a:t>
            </a:r>
          </a:p>
        </p:txBody>
      </p:sp>
      <p:sp>
        <p:nvSpPr>
          <p:cNvPr id="11" name="">
            <a:extLst xmlns:a="http://schemas.openxmlformats.org/drawingml/2006/main">
              <a:ext uri="{FF2B5EF4-FFF2-40B4-BE49-F238E27FC236}">
                <a16:creationId xmlns:a16="http://schemas.microsoft.com/office/drawing/2014/main" id="{0DDEF95F-E96E-4ADA-93D0-ABED67AB8B70}"/>
              </a:ext>
            </a:extLst>
          </p:cNvPr>
          <p:cNvSpPr>
            <a:spLocks xmlns:a="http://schemas.openxmlformats.org/drawingml/2006/main" noGrp="1"/>
          </p:cNvSpPr>
          <p:nvPr/>
        </p:nvSpPr>
        <p:spPr>
          <a:xfrm xmlns:a="http://schemas.openxmlformats.org/drawingml/2006/main">
            <a:off x="3790950" y="2857500"/>
            <a:ext cx="723900" cy="7239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F8FEA60-694B-4539-9513-8810B32654BE}"/>
              </a:ext>
            </a:extLst>
          </p:cNvPr>
          <p:cNvSpPr>
            <a:spLocks xmlns:a="http://schemas.openxmlformats.org/drawingml/2006/main" noGrp="1"/>
          </p:cNvSpPr>
          <p:nvPr/>
        </p:nvSpPr>
        <p:spPr>
          <a:xfrm xmlns:a="http://schemas.openxmlformats.org/drawingml/2006/main">
            <a:off x="37909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5CF740F0-878A-45D2-8AD0-6FA2F327F8E0}"/>
              </a:ext>
            </a:extLst>
          </p:cNvPr>
          <p:cNvSpPr>
            <a:spLocks xmlns:a="http://schemas.openxmlformats.org/drawingml/2006/main" noGrp="1"/>
          </p:cNvSpPr>
          <p:nvPr/>
        </p:nvSpPr>
        <p:spPr>
          <a:xfrm xmlns:a="http://schemas.openxmlformats.org/drawingml/2006/main">
            <a:off x="36195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1964</a:t>
            </a:r>
          </a:p>
        </p:txBody>
      </p:sp>
      <p:sp>
        <p:nvSpPr>
          <p:cNvPr id="14" name="">
            <a:extLst xmlns:a="http://schemas.openxmlformats.org/drawingml/2006/main">
              <a:ext uri="{FF2B5EF4-FFF2-40B4-BE49-F238E27FC236}">
                <a16:creationId xmlns:a16="http://schemas.microsoft.com/office/drawing/2014/main" id="{BE5F7093-4394-4C13-871D-760507B00B7C}"/>
              </a:ext>
            </a:extLst>
          </p:cNvPr>
          <p:cNvSpPr>
            <a:spLocks xmlns:a="http://schemas.openxmlformats.org/drawingml/2006/main" noGrp="1"/>
          </p:cNvSpPr>
          <p:nvPr/>
        </p:nvSpPr>
        <p:spPr>
          <a:xfrm xmlns:a="http://schemas.openxmlformats.org/drawingml/2006/main">
            <a:off x="35052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314B40"/>
                </a:solidFill>
                <a:latin typeface="Arial"/>
                <a:ea typeface="Arial"/>
                <a:cs typeface="Arial"/>
              </a:defRPr>
            </a:defPPr>
          </a:lstStyle>
          <a:p xmlns:a="http://schemas.openxmlformats.org/drawingml/2006/main">
            <a:pPr algn="r">
              <a:lnSpc>
                <a:spcPct val="100000"/>
              </a:lnSpc>
              <a:buNone/>
              <a:defRPr sz="1575" b="1">
                <a:solidFill>
                  <a:srgbClr val="314B40"/>
                </a:solidFill>
                <a:latin typeface="Arial"/>
                <a:ea typeface="Arial"/>
                <a:cs typeface="Arial"/>
              </a:defRPr>
            </a:pPr>
            <a:r>
              <a:rPr sz="1575" b="1">
                <a:solidFill>
                  <a:srgbClr val="314B40"/>
                </a:solidFill>
                <a:latin typeface="Arial"/>
                <a:ea typeface="Arial"/>
                <a:cs typeface="Arial"/>
              </a:rPr>
              <a:t>ג׳ורג׳ גודהארט</a:t>
            </a:r>
          </a:p>
        </p:txBody>
      </p:sp>
      <p:sp>
        <p:nvSpPr>
          <p:cNvPr id="15" name="">
            <a:extLst xmlns:a="http://schemas.openxmlformats.org/drawingml/2006/main">
              <a:ext uri="{FF2B5EF4-FFF2-40B4-BE49-F238E27FC236}">
                <a16:creationId xmlns:a16="http://schemas.microsoft.com/office/drawing/2014/main" id="{6C0EA87F-51CE-4F05-8130-779FDE2AE26A}"/>
              </a:ext>
            </a:extLst>
          </p:cNvPr>
          <p:cNvSpPr>
            <a:spLocks xmlns:a="http://schemas.openxmlformats.org/drawingml/2006/main" noGrp="1"/>
          </p:cNvSpPr>
          <p:nvPr/>
        </p:nvSpPr>
        <p:spPr>
          <a:xfrm xmlns:a="http://schemas.openxmlformats.org/drawingml/2006/main">
            <a:off x="35052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פיתוח Applied Kinesiology ושילוב בדיקת השריר בהערכה טיפולית</a:t>
            </a:r>
          </a:p>
        </p:txBody>
      </p:sp>
      <p:sp>
        <p:nvSpPr>
          <p:cNvPr id="16" name="">
            <a:extLst xmlns:a="http://schemas.openxmlformats.org/drawingml/2006/main">
              <a:ext uri="{FF2B5EF4-FFF2-40B4-BE49-F238E27FC236}">
                <a16:creationId xmlns:a16="http://schemas.microsoft.com/office/drawing/2014/main" id="{DFB7CA99-7D75-4E66-8C58-9396BCF4CCAB}"/>
              </a:ext>
            </a:extLst>
          </p:cNvPr>
          <p:cNvSpPr>
            <a:spLocks xmlns:a="http://schemas.openxmlformats.org/drawingml/2006/main" noGrp="1"/>
          </p:cNvSpPr>
          <p:nvPr/>
        </p:nvSpPr>
        <p:spPr>
          <a:xfrm xmlns:a="http://schemas.openxmlformats.org/drawingml/2006/main">
            <a:off x="6438900" y="2857500"/>
            <a:ext cx="723900" cy="7239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8F5E42D-BFD0-4852-A010-84A721AE99A2}"/>
              </a:ext>
            </a:extLst>
          </p:cNvPr>
          <p:cNvSpPr>
            <a:spLocks xmlns:a="http://schemas.openxmlformats.org/drawingml/2006/main" noGrp="1"/>
          </p:cNvSpPr>
          <p:nvPr/>
        </p:nvSpPr>
        <p:spPr>
          <a:xfrm xmlns:a="http://schemas.openxmlformats.org/drawingml/2006/main">
            <a:off x="64389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A774ACBC-A950-4C5E-ACD3-8A07C0016054}"/>
              </a:ext>
            </a:extLst>
          </p:cNvPr>
          <p:cNvSpPr>
            <a:spLocks xmlns:a="http://schemas.openxmlformats.org/drawingml/2006/main" noGrp="1"/>
          </p:cNvSpPr>
          <p:nvPr/>
        </p:nvSpPr>
        <p:spPr>
          <a:xfrm xmlns:a="http://schemas.openxmlformats.org/drawingml/2006/main">
            <a:off x="62674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1973</a:t>
            </a:r>
          </a:p>
        </p:txBody>
      </p:sp>
      <p:sp>
        <p:nvSpPr>
          <p:cNvPr id="19" name="">
            <a:extLst xmlns:a="http://schemas.openxmlformats.org/drawingml/2006/main">
              <a:ext uri="{FF2B5EF4-FFF2-40B4-BE49-F238E27FC236}">
                <a16:creationId xmlns:a16="http://schemas.microsoft.com/office/drawing/2014/main" id="{46B4034B-4CA5-4984-9CE7-E11886376A9E}"/>
              </a:ext>
            </a:extLst>
          </p:cNvPr>
          <p:cNvSpPr>
            <a:spLocks xmlns:a="http://schemas.openxmlformats.org/drawingml/2006/main" noGrp="1"/>
          </p:cNvSpPr>
          <p:nvPr/>
        </p:nvSpPr>
        <p:spPr>
          <a:xfrm xmlns:a="http://schemas.openxmlformats.org/drawingml/2006/main">
            <a:off x="61531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B87852"/>
                </a:solidFill>
                <a:latin typeface="Arial"/>
                <a:ea typeface="Arial"/>
                <a:cs typeface="Arial"/>
              </a:defRPr>
            </a:defPPr>
          </a:lstStyle>
          <a:p xmlns:a="http://schemas.openxmlformats.org/drawingml/2006/main">
            <a:pPr algn="r">
              <a:lnSpc>
                <a:spcPct val="100000"/>
              </a:lnSpc>
              <a:buNone/>
              <a:defRPr sz="1575" b="1">
                <a:solidFill>
                  <a:srgbClr val="B87852"/>
                </a:solidFill>
                <a:latin typeface="Arial"/>
                <a:ea typeface="Arial"/>
                <a:cs typeface="Arial"/>
              </a:defRPr>
            </a:pPr>
            <a:r>
              <a:rPr sz="1575" b="1">
                <a:solidFill>
                  <a:srgbClr val="B87852"/>
                </a:solidFill>
                <a:latin typeface="Arial"/>
                <a:ea typeface="Arial"/>
                <a:cs typeface="Arial"/>
              </a:rPr>
              <a:t>ג׳ון ת׳י</a:t>
            </a:r>
          </a:p>
        </p:txBody>
      </p:sp>
      <p:sp>
        <p:nvSpPr>
          <p:cNvPr id="20" name="">
            <a:extLst xmlns:a="http://schemas.openxmlformats.org/drawingml/2006/main">
              <a:ext uri="{FF2B5EF4-FFF2-40B4-BE49-F238E27FC236}">
                <a16:creationId xmlns:a16="http://schemas.microsoft.com/office/drawing/2014/main" id="{531FA556-7C02-4387-91C6-FFE40E492526}"/>
              </a:ext>
            </a:extLst>
          </p:cNvPr>
          <p:cNvSpPr>
            <a:spLocks xmlns:a="http://schemas.openxmlformats.org/drawingml/2006/main" noGrp="1"/>
          </p:cNvSpPr>
          <p:nvPr/>
        </p:nvSpPr>
        <p:spPr>
          <a:xfrm xmlns:a="http://schemas.openxmlformats.org/drawingml/2006/main">
            <a:off x="61531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Touch for Health מנגיש את הרעיונות לקהל רחב</a:t>
            </a:r>
          </a:p>
        </p:txBody>
      </p:sp>
      <p:sp>
        <p:nvSpPr>
          <p:cNvPr id="21" name="">
            <a:extLst xmlns:a="http://schemas.openxmlformats.org/drawingml/2006/main">
              <a:ext uri="{FF2B5EF4-FFF2-40B4-BE49-F238E27FC236}">
                <a16:creationId xmlns:a16="http://schemas.microsoft.com/office/drawing/2014/main" id="{7CC86528-CAEB-4DE0-BF42-6844BAB19D3E}"/>
              </a:ext>
            </a:extLst>
          </p:cNvPr>
          <p:cNvSpPr>
            <a:spLocks xmlns:a="http://schemas.openxmlformats.org/drawingml/2006/main" noGrp="1"/>
          </p:cNvSpPr>
          <p:nvPr/>
        </p:nvSpPr>
        <p:spPr>
          <a:xfrm xmlns:a="http://schemas.openxmlformats.org/drawingml/2006/main">
            <a:off x="9086850" y="2857500"/>
            <a:ext cx="723900" cy="723900"/>
          </a:xfrm>
          <a:prstGeom xmlns:a="http://schemas.openxmlformats.org/drawingml/2006/main" prst="ellipse">
            <a:avLst/>
          </a:prstGeom>
          <a:solidFill xmlns:a="http://schemas.openxmlformats.org/drawingml/2006/main">
            <a:srgbClr val="76556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5322D91-D016-454F-8EFC-CDD93D12806E}"/>
              </a:ext>
            </a:extLst>
          </p:cNvPr>
          <p:cNvSpPr>
            <a:spLocks xmlns:a="http://schemas.openxmlformats.org/drawingml/2006/main" noGrp="1"/>
          </p:cNvSpPr>
          <p:nvPr/>
        </p:nvSpPr>
        <p:spPr>
          <a:xfrm xmlns:a="http://schemas.openxmlformats.org/drawingml/2006/main">
            <a:off x="90868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FD472A58-534D-474E-8901-8E0CD12E6C5C}"/>
              </a:ext>
            </a:extLst>
          </p:cNvPr>
          <p:cNvSpPr>
            <a:spLocks xmlns:a="http://schemas.openxmlformats.org/drawingml/2006/main" noGrp="1"/>
          </p:cNvSpPr>
          <p:nvPr/>
        </p:nvSpPr>
        <p:spPr>
          <a:xfrm xmlns:a="http://schemas.openxmlformats.org/drawingml/2006/main">
            <a:off x="89154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שנות ה־80</a:t>
            </a:r>
          </a:p>
        </p:txBody>
      </p:sp>
      <p:sp>
        <p:nvSpPr>
          <p:cNvPr id="24" name="">
            <a:extLst xmlns:a="http://schemas.openxmlformats.org/drawingml/2006/main">
              <a:ext uri="{FF2B5EF4-FFF2-40B4-BE49-F238E27FC236}">
                <a16:creationId xmlns:a16="http://schemas.microsoft.com/office/drawing/2014/main" id="{CA48DE0D-84A4-4BCA-8F09-ABD82916D399}"/>
              </a:ext>
            </a:extLst>
          </p:cNvPr>
          <p:cNvSpPr>
            <a:spLocks xmlns:a="http://schemas.openxmlformats.org/drawingml/2006/main" noGrp="1"/>
          </p:cNvSpPr>
          <p:nvPr/>
        </p:nvSpPr>
        <p:spPr>
          <a:xfrm xmlns:a="http://schemas.openxmlformats.org/drawingml/2006/main">
            <a:off x="88011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765564"/>
                </a:solidFill>
                <a:latin typeface="Arial"/>
                <a:ea typeface="Arial"/>
                <a:cs typeface="Arial"/>
              </a:defRPr>
            </a:defPPr>
          </a:lstStyle>
          <a:p xmlns:a="http://schemas.openxmlformats.org/drawingml/2006/main">
            <a:pPr algn="r">
              <a:lnSpc>
                <a:spcPct val="100000"/>
              </a:lnSpc>
              <a:buNone/>
              <a:defRPr sz="1575" b="1">
                <a:solidFill>
                  <a:srgbClr val="765564"/>
                </a:solidFill>
                <a:latin typeface="Arial"/>
                <a:ea typeface="Arial"/>
                <a:cs typeface="Arial"/>
              </a:defRPr>
            </a:pPr>
            <a:r>
              <a:rPr sz="1575" b="1">
                <a:solidFill>
                  <a:srgbClr val="765564"/>
                </a:solidFill>
                <a:latin typeface="Arial"/>
                <a:ea typeface="Arial"/>
                <a:cs typeface="Arial"/>
              </a:rPr>
              <a:t>הכיוון הרגשי</a:t>
            </a:r>
          </a:p>
        </p:txBody>
      </p:sp>
      <p:sp>
        <p:nvSpPr>
          <p:cNvPr id="25" name="">
            <a:extLst xmlns:a="http://schemas.openxmlformats.org/drawingml/2006/main">
              <a:ext uri="{FF2B5EF4-FFF2-40B4-BE49-F238E27FC236}">
                <a16:creationId xmlns:a16="http://schemas.microsoft.com/office/drawing/2014/main" id="{75AC491D-B073-4AB5-B648-DCAB947318C9}"/>
              </a:ext>
            </a:extLst>
          </p:cNvPr>
          <p:cNvSpPr>
            <a:spLocks xmlns:a="http://schemas.openxmlformats.org/drawingml/2006/main" noGrp="1"/>
          </p:cNvSpPr>
          <p:nvPr/>
        </p:nvSpPr>
        <p:spPr>
          <a:xfrm xmlns:a="http://schemas.openxmlformats.org/drawingml/2006/main">
            <a:off x="88011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מתפתחות גישות שעוסקות בסטרס, רגשות, תפיסות ואמונות</a:t>
            </a:r>
          </a:p>
        </p:txBody>
      </p:sp>
      <p:sp>
        <p:nvSpPr>
          <p:cNvPr id="26" name="">
            <a:extLst xmlns:a="http://schemas.openxmlformats.org/drawingml/2006/main">
              <a:ext uri="{FF2B5EF4-FFF2-40B4-BE49-F238E27FC236}">
                <a16:creationId xmlns:a16="http://schemas.microsoft.com/office/drawing/2014/main" id="{AD2A5BC5-34DB-43EC-B8D6-1D76CD14489C}"/>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A65F48"/>
                </a:solidFill>
                <a:latin typeface="Arial"/>
                <a:ea typeface="Arial"/>
                <a:cs typeface="Arial"/>
              </a:defRPr>
            </a:defPPr>
          </a:lstStyle>
          <a:p xmlns:a="http://schemas.openxmlformats.org/drawingml/2006/main">
            <a:pPr algn="ctr">
              <a:lnSpc>
                <a:spcPct val="100000"/>
              </a:lnSpc>
              <a:buNone/>
              <a:defRPr sz="1575" b="1">
                <a:solidFill>
                  <a:srgbClr val="A65F48"/>
                </a:solidFill>
                <a:latin typeface="Arial"/>
                <a:ea typeface="Arial"/>
                <a:cs typeface="Arial"/>
              </a:defRPr>
            </a:pPr>
            <a:r>
              <a:rPr sz="1575" b="1">
                <a:solidFill>
                  <a:srgbClr val="A65F48"/>
                </a:solidFill>
                <a:latin typeface="Arial"/>
                <a:ea typeface="Arial"/>
                <a:cs typeface="Arial"/>
              </a:rPr>
              <a:t>השם ״קינסיולוגיה מעשית״ מתאר את הדרך שנבנתה מתוך השורשים האלה ומתוך ניסיון טיפולי אישי</a:t>
            </a:r>
          </a:p>
        </p:txBody>
      </p:sp>
      <p:sp>
        <p:nvSpPr>
          <p:cNvPr id="27" name="">
            <a:extLst xmlns:a="http://schemas.openxmlformats.org/drawingml/2006/main">
              <a:ext uri="{FF2B5EF4-FFF2-40B4-BE49-F238E27FC236}">
                <a16:creationId xmlns:a16="http://schemas.microsoft.com/office/drawing/2014/main" id="{F53CC76B-93A4-403A-AEF0-FF43728276AD}"/>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01B99109-9889-4E5A-A497-BB08A5B40343}"/>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03</a:t>
            </a:r>
          </a:p>
        </p:txBody>
      </p:sp>
    </p:spTree>
    <p:extLst>
      <p:ext uri="{BB962C8B-B14F-4D97-AF65-F5344CB8AC3E}">
        <p14:creationId xmlns:p14="http://schemas.microsoft.com/office/powerpoint/2010/main" val="379048077"/>
      </p:ext>
    </p:extLst>
  </p:cSld>
</p:sld>
</file>

<file path=ppt/slides/slide4.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22FAE7-6EBD-411D-AB84-BA7454D659DC}"/>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A8BACE-EB3A-4B71-8BBA-29E96A15D2C4}"/>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הדרך האישית שלי</a:t>
            </a:r>
          </a:p>
        </p:txBody>
      </p:sp>
      <p:sp>
        <p:nvSpPr>
          <p:cNvPr id="3" name="">
            <a:extLst xmlns:a="http://schemas.openxmlformats.org/drawingml/2006/main">
              <a:ext uri="{FF2B5EF4-FFF2-40B4-BE49-F238E27FC236}">
                <a16:creationId xmlns:a16="http://schemas.microsoft.com/office/drawing/2014/main" id="{3A88D724-1011-4F36-B119-481BC7917656}"/>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קינסיולוגיה מעשית כשפה שנבנית במפגש עם אנשים</a:t>
            </a:r>
          </a:p>
        </p:txBody>
      </p:sp>
      <p:sp>
        <p:nvSpPr>
          <p:cNvPr id="4" name="">
            <a:extLst xmlns:a="http://schemas.openxmlformats.org/drawingml/2006/main">
              <a:ext uri="{FF2B5EF4-FFF2-40B4-BE49-F238E27FC236}">
                <a16:creationId xmlns:a16="http://schemas.microsoft.com/office/drawing/2014/main" id="{2CC8EBFE-4B29-4FBB-A2DC-3E0F911DBB9C}"/>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3EB6D633-15EA-4871-9159-1D6E5F96A082}"/>
              </a:ext>
            </a:extLst>
          </p:cNvPr>
          <p:cNvSpPr>
            <a:spLocks xmlns:a="http://schemas.openxmlformats.org/drawingml/2006/main" noGrp="1"/>
          </p:cNvSpPr>
          <p:nvPr/>
        </p:nvSpPr>
        <p:spPr>
          <a:xfrm xmlns:a="http://schemas.openxmlformats.org/drawingml/2006/main">
            <a:off x="762000" y="1809750"/>
            <a:ext cx="4381500" cy="352425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8714440-D9F2-43D4-AD11-9B5E533B436D}"/>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FFFFFF"/>
                </a:solidFill>
                <a:latin typeface="Arial"/>
                <a:ea typeface="Arial"/>
                <a:cs typeface="Arial"/>
              </a:defRPr>
            </a:defPPr>
          </a:lstStyle>
          <a:p xmlns:a="http://schemas.openxmlformats.org/drawingml/2006/main">
            <a:pPr algn="ctr">
              <a:lnSpc>
                <a:spcPct val="100000"/>
              </a:lnSpc>
              <a:buNone/>
              <a:defRPr sz="2550" b="1">
                <a:solidFill>
                  <a:srgbClr val="FFFFFF"/>
                </a:solidFill>
                <a:latin typeface="Arial"/>
                <a:ea typeface="Arial"/>
                <a:cs typeface="Arial"/>
              </a:defRPr>
            </a:pPr>
            <a:r>
              <a:rPr sz="2550" b="1">
                <a:solidFill>
                  <a:srgbClr val="FFFFFF"/>
                </a:solidFill>
                <a:latin typeface="Arial"/>
                <a:ea typeface="Arial"/>
                <a:cs typeface="Arial"/>
              </a:rPr>
              <a:t>כ־18 שנים של עבודה טיפולית</a:t>
            </a:r>
          </a:p>
        </p:txBody>
      </p:sp>
      <p:sp>
        <p:nvSpPr>
          <p:cNvPr id="7" name="">
            <a:extLst xmlns:a="http://schemas.openxmlformats.org/drawingml/2006/main">
              <a:ext uri="{FF2B5EF4-FFF2-40B4-BE49-F238E27FC236}">
                <a16:creationId xmlns:a16="http://schemas.microsoft.com/office/drawing/2014/main" id="{D043130F-8465-4FFF-83CA-B59A4C0D3EE4}"/>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F6F0E6"/>
                </a:solidFill>
                <a:latin typeface="Arial"/>
                <a:ea typeface="Arial"/>
                <a:cs typeface="Arial"/>
              </a:defRPr>
            </a:defPPr>
          </a:lstStyle>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לימוד פרטי</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ניסיון מצטבר</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שילוב כלים מעולמות שונים</a:t>
            </a:r>
          </a:p>
        </p:txBody>
      </p:sp>
      <p:sp>
        <p:nvSpPr>
          <p:cNvPr id="8" name="">
            <a:extLst xmlns:a="http://schemas.openxmlformats.org/drawingml/2006/main">
              <a:ext uri="{FF2B5EF4-FFF2-40B4-BE49-F238E27FC236}">
                <a16:creationId xmlns:a16="http://schemas.microsoft.com/office/drawing/2014/main" id="{6DDD2A30-2028-44F8-BED9-38BF38BB833A}"/>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28342F"/>
                </a:solidFill>
                <a:latin typeface="Arial"/>
                <a:ea typeface="Arial"/>
                <a:cs typeface="Arial"/>
              </a:defRPr>
            </a:defPPr>
          </a:lstStyle>
          <a:p xmlns:a="http://schemas.openxmlformats.org/drawingml/2006/main">
            <a:pPr algn="r">
              <a:lnSpc>
                <a:spcPct val="108000"/>
              </a:lnSpc>
              <a:buNone/>
              <a:defRPr sz="2250" b="1">
                <a:solidFill>
                  <a:srgbClr val="28342F"/>
                </a:solidFill>
                <a:latin typeface="Arial"/>
                <a:ea typeface="Arial"/>
                <a:cs typeface="Arial"/>
              </a:defRPr>
            </a:pPr>
            <a:r>
              <a:rPr sz="2250" b="1">
                <a:solidFill>
                  <a:srgbClr val="28342F"/>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9" name="">
            <a:extLst xmlns:a="http://schemas.openxmlformats.org/drawingml/2006/main">
              <a:ext uri="{FF2B5EF4-FFF2-40B4-BE49-F238E27FC236}">
                <a16:creationId xmlns:a16="http://schemas.microsoft.com/office/drawing/2014/main" id="{7D7500E4-8850-487A-95F9-BC2A2C5B2D2C}"/>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A65F48"/>
                </a:solidFill>
                <a:latin typeface="Arial"/>
                <a:ea typeface="Arial"/>
                <a:cs typeface="Arial"/>
              </a:defRPr>
            </a:defPPr>
          </a:lstStyle>
          <a:p xmlns:a="http://schemas.openxmlformats.org/drawingml/2006/main">
            <a:pPr algn="r">
              <a:lnSpc>
                <a:spcPct val="100000"/>
              </a:lnSpc>
              <a:buNone/>
              <a:defRPr sz="1500" b="0">
                <a:solidFill>
                  <a:srgbClr val="A65F48"/>
                </a:solidFill>
                <a:latin typeface="Arial"/>
                <a:ea typeface="Arial"/>
                <a:cs typeface="Arial"/>
              </a:defRPr>
            </a:pPr>
            <a:r>
              <a:rPr sz="1500" b="0">
                <a:solidFill>
                  <a:srgbClr val="A65F48"/>
                </a:solidFill>
                <a:latin typeface="Arial"/>
                <a:ea typeface="Arial"/>
                <a:cs typeface="Arial"/>
              </a:rPr>
              <a:t>הסמכות מגיעה מן הכנות, מן הניסיון ומן היכולת להסביר בבירור מה אני עושה</a:t>
            </a:r>
          </a:p>
        </p:txBody>
      </p:sp>
      <p:sp>
        <p:nvSpPr>
          <p:cNvPr id="10" name="">
            <a:extLst xmlns:a="http://schemas.openxmlformats.org/drawingml/2006/main">
              <a:ext uri="{FF2B5EF4-FFF2-40B4-BE49-F238E27FC236}">
                <a16:creationId xmlns:a16="http://schemas.microsoft.com/office/drawing/2014/main" id="{99C0282E-3BE5-46BE-BE77-3B58CC1BECCB}"/>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11" name="">
            <a:extLst xmlns:a="http://schemas.openxmlformats.org/drawingml/2006/main">
              <a:ext uri="{FF2B5EF4-FFF2-40B4-BE49-F238E27FC236}">
                <a16:creationId xmlns:a16="http://schemas.microsoft.com/office/drawing/2014/main" id="{52E78E06-645E-45A0-B0BA-46D83EE9CA53}"/>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04</a:t>
            </a:r>
          </a:p>
        </p:txBody>
      </p:sp>
    </p:spTree>
    <p:extLst>
      <p:ext uri="{BB962C8B-B14F-4D97-AF65-F5344CB8AC3E}">
        <p14:creationId xmlns:p14="http://schemas.microsoft.com/office/powerpoint/2010/main" val="363326244"/>
      </p:ext>
    </p:extLst>
  </p:cSld>
</p:sld>
</file>

<file path=ppt/slides/slide5.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E623283-41A1-4F5F-9A22-A21F2E24883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19BAC7-88AC-4549-B924-3ADF1ED5B10C}"/>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חמשת האלמנטים ברפואה הסינית</a:t>
            </a:r>
          </a:p>
        </p:txBody>
      </p:sp>
      <p:sp>
        <p:nvSpPr>
          <p:cNvPr id="3" name="">
            <a:extLst xmlns:a="http://schemas.openxmlformats.org/drawingml/2006/main">
              <a:ext uri="{FF2B5EF4-FFF2-40B4-BE49-F238E27FC236}">
                <a16:creationId xmlns:a16="http://schemas.microsoft.com/office/drawing/2014/main" id="{4A33F551-1C79-45DA-8D64-5D5A3AD3F9F0}"/>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מודל מסורתי שמתאר תנועה, קשרים ומחזוריות</a:t>
            </a:r>
          </a:p>
        </p:txBody>
      </p:sp>
      <p:sp>
        <p:nvSpPr>
          <p:cNvPr id="4" name="">
            <a:extLst xmlns:a="http://schemas.openxmlformats.org/drawingml/2006/main">
              <a:ext uri="{FF2B5EF4-FFF2-40B4-BE49-F238E27FC236}">
                <a16:creationId xmlns:a16="http://schemas.microsoft.com/office/drawing/2014/main" id="{87DABF0F-8254-4C7A-8AEB-370D0427A941}"/>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692B6AC8-A69D-4B9A-B7DC-5DE0D65F1F10}"/>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981B05-00F0-4335-BF02-E749B07A37C6}"/>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68A7370C-A2E6-4307-A71D-2C0953278846}"/>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8" name="">
            <a:extLst xmlns:a="http://schemas.openxmlformats.org/drawingml/2006/main">
              <a:ext uri="{FF2B5EF4-FFF2-40B4-BE49-F238E27FC236}">
                <a16:creationId xmlns:a16="http://schemas.microsoft.com/office/drawing/2014/main" id="{AA7F68C4-7B53-4646-ADA9-F4E6B67A27ED}"/>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1D461D3-7CA8-4E9C-8DBE-D9B05658FF34}"/>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73223412-C5DB-4C65-9980-1577AFF7403C}"/>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1" name="">
            <a:extLst xmlns:a="http://schemas.openxmlformats.org/drawingml/2006/main">
              <a:ext uri="{FF2B5EF4-FFF2-40B4-BE49-F238E27FC236}">
                <a16:creationId xmlns:a16="http://schemas.microsoft.com/office/drawing/2014/main" id="{6F5B135C-079A-4942-AE3D-66AC6DF1C1FF}"/>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70C490-D952-48C4-BD90-C7132C127D29}"/>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A6566B11-C7D1-40D5-B976-108D62EE47F8}"/>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4" name="">
            <a:extLst xmlns:a="http://schemas.openxmlformats.org/drawingml/2006/main">
              <a:ext uri="{FF2B5EF4-FFF2-40B4-BE49-F238E27FC236}">
                <a16:creationId xmlns:a16="http://schemas.microsoft.com/office/drawing/2014/main" id="{BB9E25B3-D0E8-4AAE-9ECC-CB7CF8484842}"/>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B6BCE39-A001-4B8E-A8A0-188CCB8FC3DA}"/>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CAB48F70-1FBB-454F-B3BB-00D9A8C93B4A}"/>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7" name="">
            <a:extLst xmlns:a="http://schemas.openxmlformats.org/drawingml/2006/main">
              <a:ext uri="{FF2B5EF4-FFF2-40B4-BE49-F238E27FC236}">
                <a16:creationId xmlns:a16="http://schemas.microsoft.com/office/drawing/2014/main" id="{4A868633-8AB1-414B-BFEC-812D306BE3D3}"/>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89A9EBA-0E1B-4540-A5AF-02A2807CEFF1}"/>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9499EA4F-5369-4BA5-926E-0026407277F1}"/>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20" name="">
            <a:extLst xmlns:a="http://schemas.openxmlformats.org/drawingml/2006/main">
              <a:ext uri="{FF2B5EF4-FFF2-40B4-BE49-F238E27FC236}">
                <a16:creationId xmlns:a16="http://schemas.microsoft.com/office/drawing/2014/main" id="{71FC4ABE-E26D-406B-9959-D53FE76D208E}"/>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28342F"/>
                </a:solidFill>
                <a:latin typeface="Arial"/>
                <a:ea typeface="Arial"/>
                <a:cs typeface="Arial"/>
              </a:defRPr>
            </a:defPPr>
          </a:lstStyle>
          <a:p xmlns:a="http://schemas.openxmlformats.org/drawingml/2006/main">
            <a:pPr algn="ctr">
              <a:lnSpc>
                <a:spcPct val="108000"/>
              </a:lnSpc>
              <a:buNone/>
              <a:defRPr sz="1875" b="0">
                <a:solidFill>
                  <a:srgbClr val="28342F"/>
                </a:solidFill>
                <a:latin typeface="Arial"/>
                <a:ea typeface="Arial"/>
                <a:cs typeface="Arial"/>
              </a:defRPr>
            </a:pPr>
            <a:r>
              <a:rPr sz="1875" b="0">
                <a:solidFill>
                  <a:srgbClr val="28342F"/>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1" name="">
            <a:extLst xmlns:a="http://schemas.openxmlformats.org/drawingml/2006/main">
              <a:ext uri="{FF2B5EF4-FFF2-40B4-BE49-F238E27FC236}">
                <a16:creationId xmlns:a16="http://schemas.microsoft.com/office/drawing/2014/main" id="{038A18AE-7C59-4CA4-9477-D67589E86B37}"/>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B6A64"/>
                </a:solidFill>
                <a:latin typeface="Arial"/>
                <a:ea typeface="Arial"/>
                <a:cs typeface="Arial"/>
              </a:defRPr>
            </a:defPPr>
          </a:lstStyle>
          <a:p xmlns:a="http://schemas.openxmlformats.org/drawingml/2006/main">
            <a:pPr algn="ctr">
              <a:lnSpc>
                <a:spcPct val="100000"/>
              </a:lnSpc>
              <a:buNone/>
              <a:defRPr sz="1050" b="0">
                <a:solidFill>
                  <a:srgbClr val="6B6A64"/>
                </a:solidFill>
                <a:latin typeface="Arial"/>
                <a:ea typeface="Arial"/>
                <a:cs typeface="Arial"/>
              </a:defRPr>
            </a:pPr>
            <a:r>
              <a:rPr sz="1050" b="0">
                <a:solidFill>
                  <a:srgbClr val="6B6A64"/>
                </a:solidFill>
                <a:latin typeface="Arial"/>
                <a:ea typeface="Arial"/>
                <a:cs typeface="Arial"/>
              </a:rPr>
              <a:t>האלמנטים מוצגים כאן כמושגים מסורתיים ולא כקטגוריות של הרפואה המודרנית</a:t>
            </a:r>
          </a:p>
        </p:txBody>
      </p:sp>
      <p:sp>
        <p:nvSpPr>
          <p:cNvPr id="22" name="">
            <a:extLst xmlns:a="http://schemas.openxmlformats.org/drawingml/2006/main">
              <a:ext uri="{FF2B5EF4-FFF2-40B4-BE49-F238E27FC236}">
                <a16:creationId xmlns:a16="http://schemas.microsoft.com/office/drawing/2014/main" id="{CA2BEE1C-745F-488C-9BC5-FC1FFB92E6CD}"/>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3" name="">
            <a:extLst xmlns:a="http://schemas.openxmlformats.org/drawingml/2006/main">
              <a:ext uri="{FF2B5EF4-FFF2-40B4-BE49-F238E27FC236}">
                <a16:creationId xmlns:a16="http://schemas.microsoft.com/office/drawing/2014/main" id="{7D7A302C-5E36-43A9-AC04-00BA21ADA6EA}"/>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05</a:t>
            </a:r>
          </a:p>
        </p:txBody>
      </p:sp>
    </p:spTree>
    <p:extLst>
      <p:ext uri="{BB962C8B-B14F-4D97-AF65-F5344CB8AC3E}">
        <p14:creationId xmlns:p14="http://schemas.microsoft.com/office/powerpoint/2010/main" val="1473050537"/>
      </p:ext>
    </p:extLst>
  </p:cSld>
</p:sld>
</file>

<file path=ppt/slides/slide6.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F77CAC52-83BE-4C63-8760-81222C64F26D}"/>
              </a:ext>
            </a:extLst>
          </p:cNvPr>
          <p:cNvCxnSpPr>
            <a:stCxn xmlns:a="http://schemas.openxmlformats.org/drawingml/2006/main" id="17" idx="0"/>
            <a:endCxn xmlns:a="http://schemas.openxmlformats.org/drawingml/2006/main" id="5"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89C783BF-26C8-4C3E-ADA6-5D673BDE9759}"/>
              </a:ext>
            </a:extLst>
          </p:cNvPr>
          <p:cNvCxnSpPr>
            <a:stCxn xmlns:a="http://schemas.openxmlformats.org/drawingml/2006/main" id="14" idx="2"/>
            <a:endCxn xmlns:a="http://schemas.openxmlformats.org/drawingml/2006/main" id="17"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42FB5C57-C65B-43C9-B514-AF9DED67E5F4}"/>
              </a:ext>
            </a:extLst>
          </p:cNvPr>
          <p:cNvCxnSpPr>
            <a:stCxn xmlns:a="http://schemas.openxmlformats.org/drawingml/2006/main" id="11" idx="3"/>
            <a:endCxn xmlns:a="http://schemas.openxmlformats.org/drawingml/2006/main" id="14"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C2A2A35B-E979-4979-9AD9-32FCC047FA0D}"/>
              </a:ext>
            </a:extLst>
          </p:cNvPr>
          <p:cNvCxnSpPr>
            <a:stCxn xmlns:a="http://schemas.openxmlformats.org/drawingml/2006/main" id="8" idx="5"/>
            <a:endCxn xmlns:a="http://schemas.openxmlformats.org/drawingml/2006/main" id="11"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9B0474DB-1B57-414F-9069-565D38A9148A}"/>
              </a:ext>
            </a:extLst>
          </p:cNvPr>
          <p:cNvCxnSpPr>
            <a:stCxn xmlns:a="http://schemas.openxmlformats.org/drawingml/2006/main" id="5" idx="6"/>
            <a:endCxn xmlns:a="http://schemas.openxmlformats.org/drawingml/2006/main" id="8"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sp>
        <p:nvSpPr>
          <p:cNvPr id="28" name="">
            <a:extLst xmlns:a="http://schemas.openxmlformats.org/drawingml/2006/main">
              <a:ext uri="{FF2B5EF4-FFF2-40B4-BE49-F238E27FC236}">
                <a16:creationId xmlns:a16="http://schemas.microsoft.com/office/drawing/2014/main" id="{9CF88207-24F1-45BE-B8EC-7289B79DD1D9}"/>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EA344D-B852-4303-AFEE-3EAEC54B5F9D}"/>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מעגל ההזנה</a:t>
            </a:r>
          </a:p>
        </p:txBody>
      </p:sp>
      <p:sp>
        <p:nvSpPr>
          <p:cNvPr id="3" name="">
            <a:extLst xmlns:a="http://schemas.openxmlformats.org/drawingml/2006/main">
              <a:ext uri="{FF2B5EF4-FFF2-40B4-BE49-F238E27FC236}">
                <a16:creationId xmlns:a16="http://schemas.microsoft.com/office/drawing/2014/main" id="{3E75C11D-9455-4EB7-9508-E6F532ECD723}"/>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כל אלמנט מזין את הבא אחריו במחזור מתמשך</a:t>
            </a:r>
          </a:p>
        </p:txBody>
      </p:sp>
      <p:sp>
        <p:nvSpPr>
          <p:cNvPr id="4" name="">
            <a:extLst xmlns:a="http://schemas.openxmlformats.org/drawingml/2006/main">
              <a:ext uri="{FF2B5EF4-FFF2-40B4-BE49-F238E27FC236}">
                <a16:creationId xmlns:a16="http://schemas.microsoft.com/office/drawing/2014/main" id="{94BBD93F-AD9E-4490-B589-D17BF170ABAB}"/>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30078C3B-6E00-4128-A7AB-43275DD7BAF0}"/>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AF471D-BB69-4499-9ACE-0EDD3F3FDD7F}"/>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E071B017-B5FA-4527-9BEF-59F5C17A0783}"/>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8" name="">
            <a:extLst xmlns:a="http://schemas.openxmlformats.org/drawingml/2006/main">
              <a:ext uri="{FF2B5EF4-FFF2-40B4-BE49-F238E27FC236}">
                <a16:creationId xmlns:a16="http://schemas.microsoft.com/office/drawing/2014/main" id="{6F8F36C9-7B15-49A8-A816-39EFAD7BAAA3}"/>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5FB39C-EC75-47DA-B635-AA0303ECBA87}"/>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5DE66D42-9D0A-4E9F-8277-30119A0B7A03}"/>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1" name="">
            <a:extLst xmlns:a="http://schemas.openxmlformats.org/drawingml/2006/main">
              <a:ext uri="{FF2B5EF4-FFF2-40B4-BE49-F238E27FC236}">
                <a16:creationId xmlns:a16="http://schemas.microsoft.com/office/drawing/2014/main" id="{C57B5828-07F2-4F9C-8F54-1BCA13D492AD}"/>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D01A1E-0C61-4264-A012-E96EEA8D8BE6}"/>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BCAD6263-8432-435F-BFB0-82A0DFC818F2}"/>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4" name="">
            <a:extLst xmlns:a="http://schemas.openxmlformats.org/drawingml/2006/main">
              <a:ext uri="{FF2B5EF4-FFF2-40B4-BE49-F238E27FC236}">
                <a16:creationId xmlns:a16="http://schemas.microsoft.com/office/drawing/2014/main" id="{D0BF4B01-EC42-4706-B784-38B4F4F64490}"/>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1B5F9B1-E786-49EE-8937-91A075056EEC}"/>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F1DD55F9-81D0-4B35-8D49-E3A0A33F01E2}"/>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7" name="">
            <a:extLst xmlns:a="http://schemas.openxmlformats.org/drawingml/2006/main">
              <a:ext uri="{FF2B5EF4-FFF2-40B4-BE49-F238E27FC236}">
                <a16:creationId xmlns:a16="http://schemas.microsoft.com/office/drawing/2014/main" id="{AC3C1499-068F-4D98-9BD3-0BD3DBFE7970}"/>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240A59-CA84-4460-A5D5-F382A7339CDA}"/>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9AA7586A-A75D-4804-B7FF-5A6A74B1C8E8}"/>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5" name="">
            <a:extLst xmlns:a="http://schemas.openxmlformats.org/drawingml/2006/main">
              <a:ext uri="{FF2B5EF4-FFF2-40B4-BE49-F238E27FC236}">
                <a16:creationId xmlns:a16="http://schemas.microsoft.com/office/drawing/2014/main" id="{F1CDC9BD-113C-4AC2-93F6-4A74C7B0EFD2}"/>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8342F"/>
                </a:solidFill>
                <a:latin typeface="Arial"/>
                <a:ea typeface="Arial"/>
                <a:cs typeface="Arial"/>
              </a:defRPr>
            </a:defPPr>
          </a:lstStyle>
          <a:p xmlns:a="http://schemas.openxmlformats.org/drawingml/2006/main">
            <a:pPr algn="ctr">
              <a:lnSpc>
                <a:spcPct val="102000"/>
              </a:lnSpc>
              <a:buNone/>
              <a:defRPr sz="1800" b="1">
                <a:solidFill>
                  <a:srgbClr val="28342F"/>
                </a:solidFill>
                <a:latin typeface="Arial"/>
                <a:ea typeface="Arial"/>
                <a:cs typeface="Arial"/>
              </a:defRPr>
            </a:pPr>
            <a:r>
              <a:rPr sz="1800" b="1">
                <a:solidFill>
                  <a:srgbClr val="28342F"/>
                </a:solidFill>
                <a:latin typeface="Arial"/>
                <a:ea typeface="Arial"/>
                <a:cs typeface="Arial"/>
              </a:rPr>
              <a:t>הזנה אינה רק נתינה. כל אלמנט גם מקבל מן הקודם וגם מכין את הקרקע לבא אחריו.</a:t>
            </a:r>
          </a:p>
        </p:txBody>
      </p:sp>
      <p:sp>
        <p:nvSpPr>
          <p:cNvPr id="26" name="">
            <a:extLst xmlns:a="http://schemas.openxmlformats.org/drawingml/2006/main">
              <a:ext uri="{FF2B5EF4-FFF2-40B4-BE49-F238E27FC236}">
                <a16:creationId xmlns:a16="http://schemas.microsoft.com/office/drawing/2014/main" id="{EB29FEF0-07CC-4F83-A4D4-D4B2E8986A4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7" name="">
            <a:extLst xmlns:a="http://schemas.openxmlformats.org/drawingml/2006/main">
              <a:ext uri="{FF2B5EF4-FFF2-40B4-BE49-F238E27FC236}">
                <a16:creationId xmlns:a16="http://schemas.microsoft.com/office/drawing/2014/main" id="{BFCEB717-D293-43B1-9B2C-21659176A028}"/>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06</a:t>
            </a:r>
          </a:p>
        </p:txBody>
      </p:sp>
    </p:spTree>
    <p:extLst>
      <p:ext uri="{BB962C8B-B14F-4D97-AF65-F5344CB8AC3E}">
        <p14:creationId xmlns:p14="http://schemas.microsoft.com/office/powerpoint/2010/main" val="1004287218"/>
      </p:ext>
    </p:extLst>
  </p:cSld>
</p:sld>
</file>

<file path=ppt/slides/slide7.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43CA4256-9AC2-4C44-93EE-3A61068AABFA}"/>
              </a:ext>
            </a:extLst>
          </p:cNvPr>
          <p:cNvCxnSpPr>
            <a:stCxn xmlns:a="http://schemas.openxmlformats.org/drawingml/2006/main" id="14" idx="1"/>
            <a:endCxn xmlns:a="http://schemas.openxmlformats.org/drawingml/2006/main" id="5"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C8A23C4A-5E3E-481D-A1D4-B90A6937C338}"/>
              </a:ext>
            </a:extLst>
          </p:cNvPr>
          <p:cNvCxnSpPr>
            <a:stCxn xmlns:a="http://schemas.openxmlformats.org/drawingml/2006/main" id="8" idx="5"/>
            <a:endCxn xmlns:a="http://schemas.openxmlformats.org/drawingml/2006/main" id="14"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4C93024D-2A44-4454-A80F-C63989308047}"/>
              </a:ext>
            </a:extLst>
          </p:cNvPr>
          <p:cNvCxnSpPr>
            <a:stCxn xmlns:a="http://schemas.openxmlformats.org/drawingml/2006/main" id="17" idx="7"/>
            <a:endCxn xmlns:a="http://schemas.openxmlformats.org/drawingml/2006/main" id="8"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46077CEF-1F4D-4DA8-A982-DFFE5219069E}"/>
              </a:ext>
            </a:extLst>
          </p:cNvPr>
          <p:cNvCxnSpPr>
            <a:stCxn xmlns:a="http://schemas.openxmlformats.org/drawingml/2006/main" id="11" idx="2"/>
            <a:endCxn xmlns:a="http://schemas.openxmlformats.org/drawingml/2006/main" id="17"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DE4216E6-E6C4-42CD-94A1-229589BB6B5C}"/>
              </a:ext>
            </a:extLst>
          </p:cNvPr>
          <p:cNvCxnSpPr>
            <a:stCxn xmlns:a="http://schemas.openxmlformats.org/drawingml/2006/main" id="5" idx="6"/>
            <a:endCxn xmlns:a="http://schemas.openxmlformats.org/drawingml/2006/main" id="11"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sp>
        <p:nvSpPr>
          <p:cNvPr id="29" name="">
            <a:extLst xmlns:a="http://schemas.openxmlformats.org/drawingml/2006/main">
              <a:ext uri="{FF2B5EF4-FFF2-40B4-BE49-F238E27FC236}">
                <a16:creationId xmlns:a16="http://schemas.microsoft.com/office/drawing/2014/main" id="{2659978F-D171-49D0-BBBA-1271890C95A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F91238-96C8-4BCE-89E9-2361A167236B}"/>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מעגל הבקרה</a:t>
            </a:r>
          </a:p>
        </p:txBody>
      </p:sp>
      <p:sp>
        <p:nvSpPr>
          <p:cNvPr id="3" name="">
            <a:extLst xmlns:a="http://schemas.openxmlformats.org/drawingml/2006/main">
              <a:ext uri="{FF2B5EF4-FFF2-40B4-BE49-F238E27FC236}">
                <a16:creationId xmlns:a16="http://schemas.microsoft.com/office/drawing/2014/main" id="{0F760A07-EAC9-49DF-A22B-AF796C520ED4}"/>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איזון במסורת כולל גם ריסון, גבול והתאמה</a:t>
            </a:r>
          </a:p>
        </p:txBody>
      </p:sp>
      <p:sp>
        <p:nvSpPr>
          <p:cNvPr id="4" name="">
            <a:extLst xmlns:a="http://schemas.openxmlformats.org/drawingml/2006/main">
              <a:ext uri="{FF2B5EF4-FFF2-40B4-BE49-F238E27FC236}">
                <a16:creationId xmlns:a16="http://schemas.microsoft.com/office/drawing/2014/main" id="{6B35FF67-B8BA-4E33-B2B9-325343648C1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7AFE0CC4-50CA-4AB5-87DE-CB117F1FEAF3}"/>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B4BB2B-4126-45CC-AB8A-600868F97AB4}"/>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051B7606-DA05-40EA-9516-155D86C044F2}"/>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8" name="">
            <a:extLst xmlns:a="http://schemas.openxmlformats.org/drawingml/2006/main">
              <a:ext uri="{FF2B5EF4-FFF2-40B4-BE49-F238E27FC236}">
                <a16:creationId xmlns:a16="http://schemas.microsoft.com/office/drawing/2014/main" id="{2FBA5215-D67A-469A-86F6-D1331044BE94}"/>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79DCDE4-6FF9-4B1C-B7A4-0F06841A7773}"/>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09F10C64-795B-496B-ADA3-08FA39A4B1AE}"/>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1" name="">
            <a:extLst xmlns:a="http://schemas.openxmlformats.org/drawingml/2006/main">
              <a:ext uri="{FF2B5EF4-FFF2-40B4-BE49-F238E27FC236}">
                <a16:creationId xmlns:a16="http://schemas.microsoft.com/office/drawing/2014/main" id="{85CC0462-36CE-47B9-A610-55FEF9B6504D}"/>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B00CBFD-DA80-457E-9128-5E2487B908F2}"/>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74398131-6F73-43FB-AF55-885175D05CD4}"/>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4" name="">
            <a:extLst xmlns:a="http://schemas.openxmlformats.org/drawingml/2006/main">
              <a:ext uri="{FF2B5EF4-FFF2-40B4-BE49-F238E27FC236}">
                <a16:creationId xmlns:a16="http://schemas.microsoft.com/office/drawing/2014/main" id="{8283ABF3-1525-4F7F-BCDD-CF5A16CB884C}"/>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CF08F58-A5DC-4F24-BF88-77D26A4427D1}"/>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1C63EBF9-3AF2-48F8-B67B-AF1D259EC3BB}"/>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7" name="">
            <a:extLst xmlns:a="http://schemas.openxmlformats.org/drawingml/2006/main">
              <a:ext uri="{FF2B5EF4-FFF2-40B4-BE49-F238E27FC236}">
                <a16:creationId xmlns:a16="http://schemas.microsoft.com/office/drawing/2014/main" id="{AC3405D3-8A38-47CD-9783-3C1B34CD2D60}"/>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CE34EDF-8F3F-429A-A21F-B8A2CD98DBD9}"/>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CC5B32A5-B7AE-41E9-81F8-F4BD1622CAF4}"/>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5" name="">
            <a:extLst xmlns:a="http://schemas.openxmlformats.org/drawingml/2006/main">
              <a:ext uri="{FF2B5EF4-FFF2-40B4-BE49-F238E27FC236}">
                <a16:creationId xmlns:a16="http://schemas.microsoft.com/office/drawing/2014/main" id="{DA123240-E45E-48DB-9BCD-BBE87E8F7F27}"/>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2EEE5"/>
          </a:solidFill>
          <a:ln xmlns:a="http://schemas.openxmlformats.org/drawingml/2006/main" w="9525">
            <a:solidFill>
              <a:srgbClr val="D2C5B5"/>
            </a:solidFill>
            <a:prstDash val="solid"/>
          </a:ln>
        </p:spPr>
      </p:sp>
      <p:sp>
        <p:nvSpPr>
          <p:cNvPr id="26" name="">
            <a:extLst xmlns:a="http://schemas.openxmlformats.org/drawingml/2006/main">
              <a:ext uri="{FF2B5EF4-FFF2-40B4-BE49-F238E27FC236}">
                <a16:creationId xmlns:a16="http://schemas.microsoft.com/office/drawing/2014/main" id="{F377E9C8-178E-4624-89DA-9A8498689D21}"/>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8342F"/>
                </a:solidFill>
                <a:latin typeface="Arial"/>
                <a:ea typeface="Arial"/>
                <a:cs typeface="Arial"/>
              </a:defRPr>
            </a:defPPr>
          </a:lstStyle>
          <a:p xmlns:a="http://schemas.openxmlformats.org/drawingml/2006/main">
            <a:pPr algn="ctr">
              <a:lnSpc>
                <a:spcPct val="104000"/>
              </a:lnSpc>
              <a:buNone/>
              <a:defRPr sz="1800" b="1">
                <a:solidFill>
                  <a:srgbClr val="28342F"/>
                </a:solidFill>
                <a:latin typeface="Arial"/>
                <a:ea typeface="Arial"/>
                <a:cs typeface="Arial"/>
              </a:defRPr>
            </a:pPr>
            <a:r>
              <a:rPr sz="1800" b="1">
                <a:solidFill>
                  <a:srgbClr val="28342F"/>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7" name="">
            <a:extLst xmlns:a="http://schemas.openxmlformats.org/drawingml/2006/main">
              <a:ext uri="{FF2B5EF4-FFF2-40B4-BE49-F238E27FC236}">
                <a16:creationId xmlns:a16="http://schemas.microsoft.com/office/drawing/2014/main" id="{4980D7E6-9D16-4ADB-A712-A9D77741115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7B907661-51FA-4CD2-9228-FCEDF81D884A}"/>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07</a:t>
            </a:r>
          </a:p>
        </p:txBody>
      </p:sp>
    </p:spTree>
    <p:extLst>
      <p:ext uri="{BB962C8B-B14F-4D97-AF65-F5344CB8AC3E}">
        <p14:creationId xmlns:p14="http://schemas.microsoft.com/office/powerpoint/2010/main" val="1871413254"/>
      </p:ext>
    </p:extLst>
  </p:cSld>
</p:sld>
</file>

<file path=ppt/slides/slide8.xml><?xml version="1.0" encoding="utf-8"?>
<p:sld xmlns:p="http://schemas.openxmlformats.org/presentationml/2006/main">
  <p:cSld>
    <p:bg>
      <p:bgPr>
        <a:solidFill xmlns:a="http://schemas.openxmlformats.org/drawingml/2006/main">
          <a:srgbClr val="28342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3EFEF7-2BF9-48DF-916C-F0569367419C}"/>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63A59315-FDC4-4CF6-991C-3777D3A51815}"/>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B87852"/>
            </a:solidFill>
            <a:prstDash val="solid"/>
          </a:ln>
        </p:spPr>
      </p:sp>
      <p:sp>
        <p:nvSpPr>
          <p:cNvPr id="3" name="">
            <a:extLst xmlns:a="http://schemas.openxmlformats.org/drawingml/2006/main">
              <a:ext uri="{FF2B5EF4-FFF2-40B4-BE49-F238E27FC236}">
                <a16:creationId xmlns:a16="http://schemas.microsoft.com/office/drawing/2014/main" id="{FBA30A4F-BCF1-46CA-BC1E-ADFE672DB73E}"/>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EEE6DA"/>
                </a:solidFill>
                <a:latin typeface="Arial"/>
                <a:ea typeface="Arial"/>
                <a:cs typeface="Arial"/>
              </a:defRPr>
            </a:defPPr>
          </a:lstStyle>
          <a:p xmlns:a="http://schemas.openxmlformats.org/drawingml/2006/main">
            <a:pPr algn="ctr">
              <a:lnSpc>
                <a:spcPct val="100000"/>
              </a:lnSpc>
              <a:buNone/>
              <a:defRPr sz="1350" b="1">
                <a:solidFill>
                  <a:srgbClr val="EEE6DA"/>
                </a:solidFill>
                <a:latin typeface="Arial"/>
                <a:ea typeface="Arial"/>
                <a:cs typeface="Arial"/>
              </a:defRPr>
            </a:pPr>
            <a:r>
              <a:rPr sz="1350" b="1">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7B1E0215-38D3-4632-AF52-1ED1CA1DF113}"/>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1773793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2026-10-01T03:56:49.7220000Z</dcterms:created>
  <dcterms:modified xsi:type="dcterms:W3CDTF">2026-10-01T03:56:49.7220000Z</dcterms:modified>
</coreProperties>
</file>