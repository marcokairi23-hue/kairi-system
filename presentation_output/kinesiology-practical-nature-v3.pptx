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c8b34e4a2a42a2" /><Relationship Type="http://schemas.openxmlformats.org/officeDocument/2006/relationships/extended-properties" Target="/docProps/app.xml" Id="R6c8628c2243e455b" /><Relationship Type="http://schemas.openxmlformats.org/officeDocument/2006/relationships/officeDocument" Target="/ppt/presentation.xml" Id="Rb0903c33ada1479b" /></Relationships>
</file>

<file path=ppt/presentation.xml><?xml version="1.0" encoding="utf-8"?>
<p:presentation xmlns:p="http://schemas.openxmlformats.org/presentationml/2006/main">
  <p:sldMasterIdLst>
    <p:sldMasterId xmlns:r="http://schemas.openxmlformats.org/officeDocument/2006/relationships" id="2147483648" r:id="Rd4614ff5fc2940a8"/>
  </p:sldMasterIdLst>
  <p:notesMasterIdLst>
    <p:notesMasterId xmlns:r="http://schemas.openxmlformats.org/officeDocument/2006/relationships" r:id="R2a86acbfbbb64b3f"/>
  </p:notesMasterIdLst>
  <p:sldIdLst>
    <p:sldId xmlns:r="http://schemas.openxmlformats.org/officeDocument/2006/relationships" id="256" r:id="R4320f051278444d8"/>
    <p:sldId xmlns:r="http://schemas.openxmlformats.org/officeDocument/2006/relationships" id="257" r:id="R15c30fd668024301"/>
    <p:sldId xmlns:r="http://schemas.openxmlformats.org/officeDocument/2006/relationships" id="258" r:id="Rcfc8f93caaeb4b9b"/>
    <p:sldId xmlns:r="http://schemas.openxmlformats.org/officeDocument/2006/relationships" id="259" r:id="Re78da9a4adfa45c9"/>
    <p:sldId xmlns:r="http://schemas.openxmlformats.org/officeDocument/2006/relationships" id="260" r:id="R6dd64bdfc1e84502"/>
    <p:sldId xmlns:r="http://schemas.openxmlformats.org/officeDocument/2006/relationships" id="261" r:id="Rcd583aa06356494a"/>
    <p:sldId xmlns:r="http://schemas.openxmlformats.org/officeDocument/2006/relationships" id="262" r:id="R7c97c64d64924392"/>
    <p:sldId xmlns:r="http://schemas.openxmlformats.org/officeDocument/2006/relationships" id="263" r:id="R3725ea761fbe4e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0b729204314cbb" /><Relationship Type="http://schemas.openxmlformats.org/officeDocument/2006/relationships/slideMaster" Target="/ppt/slideMasters/slideMaster1.xml" Id="Rd4614ff5fc2940a8" /><Relationship Type="http://schemas.openxmlformats.org/officeDocument/2006/relationships/notesMaster" Target="/ppt/notesMasters/notesMaster1.xml" Id="R2a86acbfbbb64b3f" /><Relationship Type="http://schemas.openxmlformats.org/officeDocument/2006/relationships/presProps" Target="/ppt/presProps.xml" Id="R39a353593bb9421c" /><Relationship Type="http://schemas.openxmlformats.org/officeDocument/2006/relationships/tableStyles" Target="/ppt/tableStyles.xml" Id="Rff0362260b0048f5" /><Relationship Type="http://schemas.openxmlformats.org/officeDocument/2006/relationships/slide" Target="/ppt/slides/slide1.xml" Id="R4320f051278444d8" /><Relationship Type="http://schemas.openxmlformats.org/officeDocument/2006/relationships/slide" Target="/ppt/slides/slide2.xml" Id="R15c30fd668024301" /><Relationship Type="http://schemas.openxmlformats.org/officeDocument/2006/relationships/slide" Target="/ppt/slides/slide3.xml" Id="Rcfc8f93caaeb4b9b" /><Relationship Type="http://schemas.openxmlformats.org/officeDocument/2006/relationships/slide" Target="/ppt/slides/slide4.xml" Id="Re78da9a4adfa45c9" /><Relationship Type="http://schemas.openxmlformats.org/officeDocument/2006/relationships/slide" Target="/ppt/slides/slide5.xml" Id="R6dd64bdfc1e84502" /><Relationship Type="http://schemas.openxmlformats.org/officeDocument/2006/relationships/slide" Target="/ppt/slides/slide6.xml" Id="Rcd583aa06356494a" /><Relationship Type="http://schemas.openxmlformats.org/officeDocument/2006/relationships/slide" Target="/ppt/slides/slide7.xml" Id="R7c97c64d64924392" /><Relationship Type="http://schemas.openxmlformats.org/officeDocument/2006/relationships/slide" Target="/ppt/slides/slide8.xml" Id="R3725ea761fbe4e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313f29237d43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4332b7ecc247d0" /><Relationship Type="http://schemas.openxmlformats.org/officeDocument/2006/relationships/notesMaster" Target="/ppt/notesMasters/notesMaster1.xml" Id="R063c05eea7ff49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54663242a74c12" /><Relationship Type="http://schemas.openxmlformats.org/officeDocument/2006/relationships/notesMaster" Target="/ppt/notesMasters/notesMaster1.xml" Id="R7d7c3290a8e34c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4d0afd6084286" /><Relationship Type="http://schemas.openxmlformats.org/officeDocument/2006/relationships/notesMaster" Target="/ppt/notesMasters/notesMaster1.xml" Id="Rcfd230323a3746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d35459b21846eb" /><Relationship Type="http://schemas.openxmlformats.org/officeDocument/2006/relationships/notesMaster" Target="/ppt/notesMasters/notesMaster1.xml" Id="Rd99925a2da4b4f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2078391ee14bf4" /><Relationship Type="http://schemas.openxmlformats.org/officeDocument/2006/relationships/notesMaster" Target="/ppt/notesMasters/notesMaster1.xml" Id="Rbac84641686d46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004837e6264e3a" /><Relationship Type="http://schemas.openxmlformats.org/officeDocument/2006/relationships/notesMaster" Target="/ppt/notesMasters/notesMaster1.xml" Id="R92d57c3edb7040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ea89920add4f5b" /><Relationship Type="http://schemas.openxmlformats.org/officeDocument/2006/relationships/notesMaster" Target="/ppt/notesMasters/notesMaster1.xml" Id="R4795e9866e5140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5b4ced70464c54" /><Relationship Type="http://schemas.openxmlformats.org/officeDocument/2006/relationships/notesMaster" Target="/ppt/notesMasters/notesMaster1.xml" Id="R42f27725317040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c4206b052544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7013bfe06f43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3a7dfcf15a4e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2502e2df484f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28ed84d99643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9b9256664147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1D348A-3261-441D-8C59-B9F49A26E5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A12814-8219-4FFF-8B07-B824E1A43A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F9C42B-9132-421E-B9C9-9985006DB5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4098F-3039-4444-B3DE-0D3F3512F4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F87566-960F-4E33-95E3-8742825F2A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15512B-730E-49AD-BBBB-8A1C8CB4CC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8C748E-1D36-4255-879A-39A05CD8A1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14EA43-745A-4741-BE53-E04F1C50DF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CB709B-B931-4067-A55F-467327C2E0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5528C8-C80B-459B-A7D6-CC638DAB48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276ea947c940c5" /><Relationship Type="http://schemas.openxmlformats.org/officeDocument/2006/relationships/slideLayout" Target="/ppt/slideLayouts/slideLayout1.xml" Id="R2ccfda734b2145e7" /><Relationship Type="http://schemas.openxmlformats.org/officeDocument/2006/relationships/slideLayout" Target="/ppt/slideLayouts/slideLayout2.xml" Id="R06335263608f4c5d" /><Relationship Type="http://schemas.openxmlformats.org/officeDocument/2006/relationships/slideLayout" Target="/ppt/slideLayouts/slideLayout3.xml" Id="R9acba60497d641b5" /><Relationship Type="http://schemas.openxmlformats.org/officeDocument/2006/relationships/slideLayout" Target="/ppt/slideLayouts/slideLayout4.xml" Id="Rf3ef21d266f44283" /><Relationship Type="http://schemas.openxmlformats.org/officeDocument/2006/relationships/slideLayout" Target="/ppt/slideLayouts/slideLayout5.xml" Id="R13c7256f982246ef" /><Relationship Type="http://schemas.openxmlformats.org/officeDocument/2006/relationships/slideLayout" Target="/ppt/slideLayouts/slideLayout6.xml" Id="Rac9cf3d948d744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cfda734b2145e7"/>
    <p:sldLayoutId xmlns:r="http://schemas.openxmlformats.org/officeDocument/2006/relationships" id="2147483650" r:id="R06335263608f4c5d"/>
    <p:sldLayoutId xmlns:r="http://schemas.openxmlformats.org/officeDocument/2006/relationships" id="2147483651" r:id="R9acba60497d641b5"/>
    <p:sldLayoutId xmlns:r="http://schemas.openxmlformats.org/officeDocument/2006/relationships" id="2147483652" r:id="Rf3ef21d266f44283"/>
    <p:sldLayoutId xmlns:r="http://schemas.openxmlformats.org/officeDocument/2006/relationships" id="2147483653" r:id="R13c7256f982246ef"/>
    <p:sldLayoutId xmlns:r="http://schemas.openxmlformats.org/officeDocument/2006/relationships" id="2147483654" r:id="Rac9cf3d948d744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e1f6465f3346b8" /><Relationship Type="http://schemas.openxmlformats.org/officeDocument/2006/relationships/image" Target="/ppt/media/image.png" Id="R254146b3f5134fe2" /><Relationship Type="http://schemas.openxmlformats.org/officeDocument/2006/relationships/notesSlide" Target="/ppt/notesSlides/notesSlide1.xml" Id="R914caf5dedce49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79a32da03246f8" /><Relationship Type="http://schemas.openxmlformats.org/officeDocument/2006/relationships/notesSlide" Target="/ppt/notesSlides/notesSlide2.xml" Id="R1344a319b34a43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0a446a3af74acf" /><Relationship Type="http://schemas.openxmlformats.org/officeDocument/2006/relationships/notesSlide" Target="/ppt/notesSlides/notesSlide3.xml" Id="Rd0c1dae0ddb249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ed80362b234b8e" /><Relationship Type="http://schemas.openxmlformats.org/officeDocument/2006/relationships/notesSlide" Target="/ppt/notesSlides/notesSlide4.xml" Id="R5670a0fc3c0147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b11cfc05dd42e5" /><Relationship Type="http://schemas.openxmlformats.org/officeDocument/2006/relationships/notesSlide" Target="/ppt/notesSlides/notesSlide5.xml" Id="R48f9ce3163b244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6a5d3e0e364dc3" /><Relationship Type="http://schemas.openxmlformats.org/officeDocument/2006/relationships/notesSlide" Target="/ppt/notesSlides/notesSlide6.xml" Id="R694737c9bc1841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68358b282c4f76" /><Relationship Type="http://schemas.openxmlformats.org/officeDocument/2006/relationships/notesSlide" Target="/ppt/notesSlides/notesSlide7.xml" Id="R539b1d65ddf648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2f2789d040f4639" /><Relationship Type="http://schemas.openxmlformats.org/officeDocument/2006/relationships/notesSlide" Target="/ppt/notesSlides/notesSlide8.xml" Id="Rc801dc1f1e7f40fd"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1A19B28-FFD0-4C7C-B7DC-82F19EBDA582}"/>
              </a:ext>
            </a:extLst>
          </p:cNvPr>
          <p:cNvPicPr>
            <a:picLocks xmlns:a="http://schemas.openxmlformats.org/drawingml/2006/main" noChangeAspect="1"/>
          </p:cNvPicPr>
          <p:nvPr/>
        </p:nvPicPr>
        <p:blipFill>
          <a:blip xmlns:r="http://schemas.openxmlformats.org/officeDocument/2006/relationships" xmlns:a="http://schemas.openxmlformats.org/drawingml/2006/main" r:embed="R254146b3f5134f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10BA7A-51DC-4265-B2BA-92DF9067206B}"/>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39463C"/>
                </a:solidFill>
                <a:latin typeface="Arial"/>
                <a:ea typeface="Arial"/>
                <a:cs typeface="Arial"/>
              </a:defRPr>
            </a:defPPr>
          </a:lstStyle>
          <a:p xmlns:a="http://schemas.openxmlformats.org/drawingml/2006/main">
            <a:pPr algn="r">
              <a:lnSpc>
                <a:spcPct val="100000"/>
              </a:lnSpc>
              <a:buNone/>
              <a:defRPr sz="3600" b="1">
                <a:solidFill>
                  <a:srgbClr val="39463C"/>
                </a:solidFill>
                <a:latin typeface="Arial"/>
                <a:ea typeface="Arial"/>
                <a:cs typeface="Arial"/>
              </a:defRPr>
            </a:pPr>
            <a:r>
              <a:rPr sz="3600" b="1">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397D4B28-56F5-40FE-AA91-063D18D3E445}"/>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39463C"/>
                </a:solidFill>
                <a:latin typeface="Arial"/>
                <a:ea typeface="Arial"/>
                <a:cs typeface="Arial"/>
              </a:defRPr>
            </a:defPPr>
          </a:lstStyle>
          <a:p xmlns:a="http://schemas.openxmlformats.org/drawingml/2006/main">
            <a:pPr algn="r">
              <a:lnSpc>
                <a:spcPct val="105000"/>
              </a:lnSpc>
              <a:buNone/>
              <a:defRPr sz="1875" b="0">
                <a:solidFill>
                  <a:srgbClr val="39463C"/>
                </a:solidFill>
                <a:latin typeface="Arial"/>
                <a:ea typeface="Arial"/>
                <a:cs typeface="Arial"/>
              </a:defRPr>
            </a:pPr>
            <a:r>
              <a:rPr sz="1875" b="0">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FD272470-4183-4D58-B12A-031479175D71}"/>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E746B"/>
                </a:solidFill>
                <a:latin typeface="Arial"/>
                <a:ea typeface="Arial"/>
                <a:cs typeface="Arial"/>
              </a:defRPr>
            </a:defPPr>
          </a:lstStyle>
          <a:p xmlns:a="http://schemas.openxmlformats.org/drawingml/2006/main">
            <a:pPr algn="r">
              <a:lnSpc>
                <a:spcPct val="100000"/>
              </a:lnSpc>
              <a:buNone/>
              <a:defRPr sz="1275" b="0">
                <a:solidFill>
                  <a:srgbClr val="6E746B"/>
                </a:solidFill>
                <a:latin typeface="Arial"/>
                <a:ea typeface="Arial"/>
                <a:cs typeface="Arial"/>
              </a:defRPr>
            </a:pPr>
            <a:r>
              <a:rPr sz="1275" b="0">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556655954"/>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887314-920D-46F7-A927-229642FD2145}"/>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D28392F3-2F9D-4C09-9C1C-6B3AEA2C0C16}"/>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9D4B5465-5103-4F93-9FB0-D40FB20E9BFC}"/>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E2AF3DE3-7E94-4065-A5E7-4A5EBE3FAA57}"/>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B9674F"/>
                </a:solidFill>
                <a:latin typeface="Arial"/>
                <a:ea typeface="Arial"/>
                <a:cs typeface="Arial"/>
              </a:defRPr>
            </a:defPPr>
          </a:lstStyle>
          <a:p xmlns:a="http://schemas.openxmlformats.org/drawingml/2006/main">
            <a:pPr algn="r">
              <a:lnSpc>
                <a:spcPct val="95000"/>
              </a:lnSpc>
              <a:buNone/>
              <a:defRPr sz="2550" b="1">
                <a:solidFill>
                  <a:srgbClr val="B9674F"/>
                </a:solidFill>
                <a:latin typeface="Arial"/>
                <a:ea typeface="Arial"/>
                <a:cs typeface="Arial"/>
              </a:defRPr>
            </a:pPr>
            <a:r>
              <a:rPr sz="2550" b="1">
                <a:solidFill>
                  <a:srgbClr val="B9674F"/>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ACDCCCAE-64B1-4A21-A089-34B72915D759}"/>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39463C"/>
                </a:solidFill>
                <a:latin typeface="Arial"/>
                <a:ea typeface="Arial"/>
                <a:cs typeface="Arial"/>
              </a:defRPr>
            </a:defPPr>
          </a:lstStyle>
          <a:p xmlns:a="http://schemas.openxmlformats.org/drawingml/2006/main">
            <a:pPr algn="r">
              <a:lnSpc>
                <a:spcPct val="108000"/>
              </a:lnSpc>
              <a:buNone/>
              <a:defRPr sz="1800" b="0">
                <a:solidFill>
                  <a:srgbClr val="39463C"/>
                </a:solidFill>
                <a:latin typeface="Arial"/>
                <a:ea typeface="Arial"/>
                <a:cs typeface="Arial"/>
              </a:defRPr>
            </a:pPr>
            <a:r>
              <a:rPr sz="1800" b="0">
                <a:solidFill>
                  <a:srgbClr val="39463C"/>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877549A8-4BB8-404B-9131-53BC91765B37}"/>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7" name="">
            <a:extLst xmlns:a="http://schemas.openxmlformats.org/drawingml/2006/main">
              <a:ext uri="{FF2B5EF4-FFF2-40B4-BE49-F238E27FC236}">
                <a16:creationId xmlns:a16="http://schemas.microsoft.com/office/drawing/2014/main" id="{21DC21AF-65FE-4DEE-AA8C-7020C97A8765}"/>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7E916B"/>
                </a:solidFill>
                <a:latin typeface="Arial"/>
                <a:ea typeface="Arial"/>
                <a:cs typeface="Arial"/>
              </a:defRPr>
            </a:defPPr>
          </a:lstStyle>
          <a:p xmlns:a="http://schemas.openxmlformats.org/drawingml/2006/main">
            <a:pPr algn="ctr">
              <a:lnSpc>
                <a:spcPct val="100000"/>
              </a:lnSpc>
              <a:buNone/>
              <a:defRPr sz="2325" b="1">
                <a:solidFill>
                  <a:srgbClr val="7E916B"/>
                </a:solidFill>
                <a:latin typeface="Arial"/>
                <a:ea typeface="Arial"/>
                <a:cs typeface="Arial"/>
              </a:defRPr>
            </a:pPr>
            <a:r>
              <a:rPr sz="2325" b="1">
                <a:solidFill>
                  <a:srgbClr val="7E916B"/>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6BF5CB69-B5B3-423E-B769-0A440623C0F3}"/>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B9674F"/>
                </a:solidFill>
                <a:latin typeface="Arial"/>
                <a:ea typeface="Arial"/>
                <a:cs typeface="Arial"/>
              </a:defRPr>
            </a:defPPr>
          </a:lstStyle>
          <a:p xmlns:a="http://schemas.openxmlformats.org/drawingml/2006/main">
            <a:pPr algn="ctr">
              <a:lnSpc>
                <a:spcPct val="100000"/>
              </a:lnSpc>
              <a:buNone/>
              <a:defRPr sz="2325" b="1">
                <a:solidFill>
                  <a:srgbClr val="B9674F"/>
                </a:solidFill>
                <a:latin typeface="Arial"/>
                <a:ea typeface="Arial"/>
                <a:cs typeface="Arial"/>
              </a:defRPr>
            </a:pPr>
            <a:r>
              <a:rPr sz="2325" b="1">
                <a:solidFill>
                  <a:srgbClr val="B9674F"/>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AE0D3508-6AB1-4834-B51B-8F857C7129E3}"/>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57C78"/>
                </a:solidFill>
                <a:latin typeface="Arial"/>
                <a:ea typeface="Arial"/>
                <a:cs typeface="Arial"/>
              </a:defRPr>
            </a:defPPr>
          </a:lstStyle>
          <a:p xmlns:a="http://schemas.openxmlformats.org/drawingml/2006/main">
            <a:pPr algn="ctr">
              <a:lnSpc>
                <a:spcPct val="100000"/>
              </a:lnSpc>
              <a:buNone/>
              <a:defRPr sz="2325" b="1">
                <a:solidFill>
                  <a:srgbClr val="557C78"/>
                </a:solidFill>
                <a:latin typeface="Arial"/>
                <a:ea typeface="Arial"/>
                <a:cs typeface="Arial"/>
              </a:defRPr>
            </a:pPr>
            <a:r>
              <a:rPr sz="2325" b="1">
                <a:solidFill>
                  <a:srgbClr val="557C78"/>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9418C6E4-A727-4AAF-BDFA-04AF65080B37}"/>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48703491-5922-40D1-81F6-B3F3A269D08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0F783807-8BF9-4381-BDFC-1571CB02B0F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02</a:t>
            </a:r>
          </a:p>
        </p:txBody>
      </p:sp>
    </p:spTree>
    <p:extLst>
      <p:ext uri="{BB962C8B-B14F-4D97-AF65-F5344CB8AC3E}">
        <p14:creationId xmlns:p14="http://schemas.microsoft.com/office/powerpoint/2010/main" val="404315975"/>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0350164-2E00-450C-BC32-CAB239C034C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05EFB02A-4F9B-4035-B884-271AB522A8D3}"/>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060126E1-9719-4325-B1FA-847A31F1AE4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0E081559-5705-4BF4-8DE8-0935CF9C1D6A}"/>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D9CDBB"/>
            </a:solidFill>
            <a:prstDash val="solid"/>
          </a:ln>
        </p:spPr>
      </p:sp>
      <p:sp>
        <p:nvSpPr>
          <p:cNvPr id="5" name="">
            <a:extLst xmlns:a="http://schemas.openxmlformats.org/drawingml/2006/main">
              <a:ext uri="{FF2B5EF4-FFF2-40B4-BE49-F238E27FC236}">
                <a16:creationId xmlns:a16="http://schemas.microsoft.com/office/drawing/2014/main" id="{A5808A0D-58D2-4766-9E07-90253EDCCAF1}"/>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CD44246-68B4-48F2-B114-C6CB15BF0333}"/>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45D0DED-79E6-4199-8D25-21CDD5921A6C}"/>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B28599D6-5EA6-4382-AA24-1F67216B7B1E}"/>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57C78"/>
                </a:solidFill>
                <a:latin typeface="Arial"/>
                <a:ea typeface="Arial"/>
                <a:cs typeface="Arial"/>
              </a:defRPr>
            </a:defPPr>
          </a:lstStyle>
          <a:p xmlns:a="http://schemas.openxmlformats.org/drawingml/2006/main">
            <a:pPr algn="r">
              <a:lnSpc>
                <a:spcPct val="100000"/>
              </a:lnSpc>
              <a:buNone/>
              <a:defRPr sz="1575" b="1">
                <a:solidFill>
                  <a:srgbClr val="557C78"/>
                </a:solidFill>
                <a:latin typeface="Arial"/>
                <a:ea typeface="Arial"/>
                <a:cs typeface="Arial"/>
              </a:defRPr>
            </a:pPr>
            <a:r>
              <a:rPr sz="1575" b="1">
                <a:solidFill>
                  <a:srgbClr val="557C78"/>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97083810-BE13-4596-B9EF-BAC51116A7DD}"/>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B3F94C25-5BC5-4E19-805E-FEA9E99DA8CB}"/>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AB8788-A1F7-42E8-92F1-2FBC0E190DF7}"/>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BF617DEE-68A4-4291-AF39-2427334FE989}"/>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A340C9B9-B0DD-45F8-AE5D-2693E809FEB0}"/>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E916B"/>
                </a:solidFill>
                <a:latin typeface="Arial"/>
                <a:ea typeface="Arial"/>
                <a:cs typeface="Arial"/>
              </a:defRPr>
            </a:defPPr>
          </a:lstStyle>
          <a:p xmlns:a="http://schemas.openxmlformats.org/drawingml/2006/main">
            <a:pPr algn="r">
              <a:lnSpc>
                <a:spcPct val="100000"/>
              </a:lnSpc>
              <a:buNone/>
              <a:defRPr sz="1575" b="1">
                <a:solidFill>
                  <a:srgbClr val="7E916B"/>
                </a:solidFill>
                <a:latin typeface="Arial"/>
                <a:ea typeface="Arial"/>
                <a:cs typeface="Arial"/>
              </a:defRPr>
            </a:pPr>
            <a:r>
              <a:rPr sz="1575" b="1">
                <a:solidFill>
                  <a:srgbClr val="7E916B"/>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41944BA5-C274-42B4-BE3D-81C59BAF1B37}"/>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90C885B1-0F46-4FDD-AB4B-0D1F878DC22F}"/>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8BD3073-934A-4CB8-BEE7-DAA933A4F6C8}"/>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AED2B4E0-9F61-48B1-BB78-7C5AD9EE422A}"/>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FF5791D9-34B0-4294-9909-8A264A0000E4}"/>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C7A15A"/>
                </a:solidFill>
                <a:latin typeface="Arial"/>
                <a:ea typeface="Arial"/>
                <a:cs typeface="Arial"/>
              </a:defRPr>
            </a:defPPr>
          </a:lstStyle>
          <a:p xmlns:a="http://schemas.openxmlformats.org/drawingml/2006/main">
            <a:pPr algn="r">
              <a:lnSpc>
                <a:spcPct val="100000"/>
              </a:lnSpc>
              <a:buNone/>
              <a:defRPr sz="1575" b="1">
                <a:solidFill>
                  <a:srgbClr val="C7A15A"/>
                </a:solidFill>
                <a:latin typeface="Arial"/>
                <a:ea typeface="Arial"/>
                <a:cs typeface="Arial"/>
              </a:defRPr>
            </a:pPr>
            <a:r>
              <a:rPr sz="1575" b="1">
                <a:solidFill>
                  <a:srgbClr val="C7A15A"/>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89E8A635-7691-482A-B60F-D3F6C3E3D514}"/>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512ED928-6636-4778-BD21-C30B2A3D2F2C}"/>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9B687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B887F17-73E5-47CD-8FD2-3B7ED438EE21}"/>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F776C3A4-0064-4060-AAD3-1ED6CD4C2842}"/>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84778617-D373-4DFE-B0D0-43D3E6D9C4B8}"/>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9B6874"/>
                </a:solidFill>
                <a:latin typeface="Arial"/>
                <a:ea typeface="Arial"/>
                <a:cs typeface="Arial"/>
              </a:defRPr>
            </a:defPPr>
          </a:lstStyle>
          <a:p xmlns:a="http://schemas.openxmlformats.org/drawingml/2006/main">
            <a:pPr algn="r">
              <a:lnSpc>
                <a:spcPct val="100000"/>
              </a:lnSpc>
              <a:buNone/>
              <a:defRPr sz="1575" b="1">
                <a:solidFill>
                  <a:srgbClr val="9B6874"/>
                </a:solidFill>
                <a:latin typeface="Arial"/>
                <a:ea typeface="Arial"/>
                <a:cs typeface="Arial"/>
              </a:defRPr>
            </a:pPr>
            <a:r>
              <a:rPr sz="1575" b="1">
                <a:solidFill>
                  <a:srgbClr val="9B687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938F839F-89B2-4D72-8CFF-DA6C27E9A4C5}"/>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04F1508B-EB67-41B7-9A16-899547C7F5F5}"/>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B9674F"/>
                </a:solidFill>
                <a:latin typeface="Arial"/>
                <a:ea typeface="Arial"/>
                <a:cs typeface="Arial"/>
              </a:defRPr>
            </a:defPPr>
          </a:lstStyle>
          <a:p xmlns:a="http://schemas.openxmlformats.org/drawingml/2006/main">
            <a:pPr algn="ctr">
              <a:lnSpc>
                <a:spcPct val="100000"/>
              </a:lnSpc>
              <a:buNone/>
              <a:defRPr sz="1575" b="1">
                <a:solidFill>
                  <a:srgbClr val="B9674F"/>
                </a:solidFill>
                <a:latin typeface="Arial"/>
                <a:ea typeface="Arial"/>
                <a:cs typeface="Arial"/>
              </a:defRPr>
            </a:pPr>
            <a:r>
              <a:rPr sz="1575" b="1">
                <a:solidFill>
                  <a:srgbClr val="B9674F"/>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5690EC6E-D9B5-491A-99D6-2263BFFA9D66}"/>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101AC57B-5D4D-4391-B9DB-CF8474B2A492}"/>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03</a:t>
            </a:r>
          </a:p>
        </p:txBody>
      </p:sp>
    </p:spTree>
    <p:extLst>
      <p:ext uri="{BB962C8B-B14F-4D97-AF65-F5344CB8AC3E}">
        <p14:creationId xmlns:p14="http://schemas.microsoft.com/office/powerpoint/2010/main" val="2100979335"/>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4E583D-5EC7-48C6-931D-58B8850EF167}"/>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DC7570E2-4CA8-4FE4-8FB5-4249F68C672A}"/>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1F0E0345-243A-4636-BF07-F6024737618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73FB09A7-C552-4BF3-A3FB-E8FA33426B30}"/>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5" name="">
            <a:extLst xmlns:a="http://schemas.openxmlformats.org/drawingml/2006/main">
              <a:ext uri="{FF2B5EF4-FFF2-40B4-BE49-F238E27FC236}">
                <a16:creationId xmlns:a16="http://schemas.microsoft.com/office/drawing/2014/main" id="{F2C6D2AE-C06C-4CEB-B104-D7257D5EBA65}"/>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7E916B"/>
                </a:solidFill>
                <a:latin typeface="Arial"/>
                <a:ea typeface="Arial"/>
                <a:cs typeface="Arial"/>
              </a:defRPr>
            </a:defPPr>
          </a:lstStyle>
          <a:p xmlns:a="http://schemas.openxmlformats.org/drawingml/2006/main">
            <a:pPr algn="ctr">
              <a:lnSpc>
                <a:spcPct val="100000"/>
              </a:lnSpc>
              <a:buNone/>
              <a:defRPr sz="2550" b="1">
                <a:solidFill>
                  <a:srgbClr val="7E916B"/>
                </a:solidFill>
                <a:latin typeface="Arial"/>
                <a:ea typeface="Arial"/>
                <a:cs typeface="Arial"/>
              </a:defRPr>
            </a:pPr>
            <a:r>
              <a:rPr sz="2550" b="1">
                <a:solidFill>
                  <a:srgbClr val="7E916B"/>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A4DDD98C-4779-4258-BDBB-6E6EB3B65E5B}"/>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39463C"/>
                </a:solidFill>
                <a:latin typeface="Arial"/>
                <a:ea typeface="Arial"/>
                <a:cs typeface="Arial"/>
              </a:defRPr>
            </a:defPPr>
          </a:lstStyle>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לימוד פרטי</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ניסיון מצטבר</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711B770F-5816-45A3-831A-528EC2F982F5}"/>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39463C"/>
                </a:solidFill>
                <a:latin typeface="Arial"/>
                <a:ea typeface="Arial"/>
                <a:cs typeface="Arial"/>
              </a:defRPr>
            </a:defPPr>
          </a:lstStyle>
          <a:p xmlns:a="http://schemas.openxmlformats.org/drawingml/2006/main">
            <a:pPr algn="r">
              <a:lnSpc>
                <a:spcPct val="108000"/>
              </a:lnSpc>
              <a:buNone/>
              <a:defRPr sz="2250" b="1">
                <a:solidFill>
                  <a:srgbClr val="39463C"/>
                </a:solidFill>
                <a:latin typeface="Arial"/>
                <a:ea typeface="Arial"/>
                <a:cs typeface="Arial"/>
              </a:defRPr>
            </a:pPr>
            <a:r>
              <a:rPr sz="2250" b="1">
                <a:solidFill>
                  <a:srgbClr val="39463C"/>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BE4C643D-9FA8-4941-870F-48D2673E0E3A}"/>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B9674F"/>
                </a:solidFill>
                <a:latin typeface="Arial"/>
                <a:ea typeface="Arial"/>
                <a:cs typeface="Arial"/>
              </a:defRPr>
            </a:defPPr>
          </a:lstStyle>
          <a:p xmlns:a="http://schemas.openxmlformats.org/drawingml/2006/main">
            <a:pPr algn="r">
              <a:lnSpc>
                <a:spcPct val="100000"/>
              </a:lnSpc>
              <a:buNone/>
              <a:defRPr sz="1500" b="0">
                <a:solidFill>
                  <a:srgbClr val="B9674F"/>
                </a:solidFill>
                <a:latin typeface="Arial"/>
                <a:ea typeface="Arial"/>
                <a:cs typeface="Arial"/>
              </a:defRPr>
            </a:pPr>
            <a:r>
              <a:rPr sz="1500" b="0">
                <a:solidFill>
                  <a:srgbClr val="B9674F"/>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84FB1CA7-9EC0-4516-97C3-7F3E35BBC886}"/>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BC5E0DA5-2C49-4CA7-99AF-8D0547D75445}"/>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04</a:t>
            </a:r>
          </a:p>
        </p:txBody>
      </p:sp>
    </p:spTree>
    <p:extLst>
      <p:ext uri="{BB962C8B-B14F-4D97-AF65-F5344CB8AC3E}">
        <p14:creationId xmlns:p14="http://schemas.microsoft.com/office/powerpoint/2010/main" val="515907319"/>
      </p:ext>
    </p:extLst>
  </p:cSld>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7F8CBEB-12A6-4790-B48C-6DC67FF2280C}"/>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AEEF0407-1714-4A86-A2E4-529BDEAFA8B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084C5ACF-FB7E-40B0-8847-F796469CCBF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579A9BC5-7929-41FE-A760-47792EF3E6ED}"/>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ECB4AF-A57D-40E2-A3B6-B8D995980A1B}"/>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CD561F36-AF2E-4361-8874-59EB81B19166}"/>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35CA3D75-C359-4E16-B5CB-09B5B25A20CF}"/>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8E5665-C112-4A8D-9133-75573994D9DF}"/>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FB610C98-E182-49FA-8ED4-F38693BD52CF}"/>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99ED6037-C514-43B2-AC4A-E8D532BE11F5}"/>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CDBDA57-DB9B-4F8C-9B73-B5AC2AA67EFD}"/>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A56AEEDA-633E-4C1F-A223-2E6769E59335}"/>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48B4CBAD-7937-4573-8E33-FFF73FC969CE}"/>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7D3315F-5CF0-4CD5-915D-9148E65B21CB}"/>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7238483A-BE22-41A8-A78C-47BB536757C3}"/>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36F99778-8138-411B-8A3D-C951EF8F0663}"/>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C1FEA8B-63EA-42FE-9886-82D22D1535B3}"/>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9371BBF2-E890-4454-92C6-A6354C18D78E}"/>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20F322F9-7995-4348-A704-B81AA84E02F6}"/>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39463C"/>
                </a:solidFill>
                <a:latin typeface="Arial"/>
                <a:ea typeface="Arial"/>
                <a:cs typeface="Arial"/>
              </a:defRPr>
            </a:defPPr>
          </a:lstStyle>
          <a:p xmlns:a="http://schemas.openxmlformats.org/drawingml/2006/main">
            <a:pPr algn="ctr">
              <a:lnSpc>
                <a:spcPct val="108000"/>
              </a:lnSpc>
              <a:buNone/>
              <a:defRPr sz="1875" b="0">
                <a:solidFill>
                  <a:srgbClr val="39463C"/>
                </a:solidFill>
                <a:latin typeface="Arial"/>
                <a:ea typeface="Arial"/>
                <a:cs typeface="Arial"/>
              </a:defRPr>
            </a:pPr>
            <a:r>
              <a:rPr sz="1875" b="0">
                <a:solidFill>
                  <a:srgbClr val="39463C"/>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C0527C6C-DB6A-48D9-A589-1F50403CBF6D}"/>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C0C6E365-6E52-4D8A-80B8-C09811332B6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D946064D-090B-41D1-B7B7-B9DE29D101F4}"/>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05</a:t>
            </a:r>
          </a:p>
        </p:txBody>
      </p:sp>
    </p:spTree>
    <p:extLst>
      <p:ext uri="{BB962C8B-B14F-4D97-AF65-F5344CB8AC3E}">
        <p14:creationId xmlns:p14="http://schemas.microsoft.com/office/powerpoint/2010/main" val="1022901949"/>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A3465B0-1E03-42B2-AE5B-9E4B69ADCDEF}"/>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3536C113-55B1-458C-9568-04D03815DD7D}"/>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814E9831-33BC-46D8-ADC9-CA5A24AEB967}"/>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D7C73D0-057B-4202-BC2E-5C325D5FD157}"/>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8434EB8A-ED09-47E1-BF1D-8EF425C4CB74}"/>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sp>
        <p:nvSpPr>
          <p:cNvPr id="27" name="">
            <a:extLst xmlns:a="http://schemas.openxmlformats.org/drawingml/2006/main">
              <a:ext uri="{FF2B5EF4-FFF2-40B4-BE49-F238E27FC236}">
                <a16:creationId xmlns:a16="http://schemas.microsoft.com/office/drawing/2014/main" id="{1823C933-8ACB-4E46-9241-97FC05C42CCA}"/>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5259E57B-9AB1-4658-BB24-7A0781791AF7}"/>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BEAE9B28-57C5-46D1-8DFF-DE9654EF6E8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03721FEB-D1BD-4797-9E52-3C3239A4165F}"/>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00ED33-E98B-48C4-9936-DC63E56DF2DC}"/>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49208674-2FD8-4851-98B2-DE436EA977DE}"/>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F3D077D0-73DC-4F24-A98E-FC73A21A6E69}"/>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09C410-6827-4863-9EC2-55D4F3B80A29}"/>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466A20F0-E253-4435-87CF-9EC53707FC6C}"/>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595498AA-293E-447E-803A-00D3FB00CA1A}"/>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ADE679-4E8D-4B48-9B73-EF7F3822B0D7}"/>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9CDC5FB1-ABD9-49BD-8A2D-AAC0345327D0}"/>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A9D642C3-07F6-49A8-8E7B-91AC8B59084D}"/>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DBE45CD-3490-4759-AB4E-92DA33C803D1}"/>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CEC4A04C-F562-4834-B39A-E89F841573FD}"/>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F52E2BD5-309B-4010-BEAC-AA9277F2B623}"/>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3139428-E58B-4F3C-A266-4AD82804ED86}"/>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EFCBE68A-9964-47BC-A4F3-363A82049F87}"/>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C97B49CE-9758-475B-967D-8A8550B06DCE}"/>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2000"/>
              </a:lnSpc>
              <a:buNone/>
              <a:defRPr sz="1800" b="1">
                <a:solidFill>
                  <a:srgbClr val="39463C"/>
                </a:solidFill>
                <a:latin typeface="Arial"/>
                <a:ea typeface="Arial"/>
                <a:cs typeface="Arial"/>
              </a:defRPr>
            </a:pPr>
            <a:r>
              <a:rPr sz="1800" b="1">
                <a:solidFill>
                  <a:srgbClr val="39463C"/>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6234CC05-6E11-4E14-9CA4-1EE5E60ABAC0}"/>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7818AC9D-18CC-4C08-854B-903092EC47B6}"/>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06</a:t>
            </a:r>
          </a:p>
        </p:txBody>
      </p:sp>
    </p:spTree>
    <p:extLst>
      <p:ext uri="{BB962C8B-B14F-4D97-AF65-F5344CB8AC3E}">
        <p14:creationId xmlns:p14="http://schemas.microsoft.com/office/powerpoint/2010/main" val="2124440248"/>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819E19B1-307D-4F44-81F2-276304EB24F9}"/>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28A88FD-6D68-4A82-9854-FE1330180925}"/>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9373F879-D324-402E-8D07-6A2D871E7DF4}"/>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5AD6600-736E-4BB4-8F7E-2D3ADDC520F2}"/>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94ACE5C4-DF53-4478-B46D-7D1DC568F5DD}"/>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sp>
        <p:nvSpPr>
          <p:cNvPr id="28" name="">
            <a:extLst xmlns:a="http://schemas.openxmlformats.org/drawingml/2006/main">
              <a:ext uri="{FF2B5EF4-FFF2-40B4-BE49-F238E27FC236}">
                <a16:creationId xmlns:a16="http://schemas.microsoft.com/office/drawing/2014/main" id="{591C0390-EDA5-480C-8FE6-CA5D4CA7E6A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F21F492E-72AA-42CE-94F3-AF36433CAE75}"/>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B08255C2-2640-46A9-99C4-EEF3C37CEF1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CCC5EE39-C2AD-417C-9B8C-6842122A54B4}"/>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E6350E-4C0C-4796-9F49-3985EB1C69C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8232BBBC-BA07-4E77-B81E-990E34EB1419}"/>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0482F69B-BFC1-4070-9587-121D33293349}"/>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666254-8125-4A3C-9174-2DBB8E19443C}"/>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7442A229-5FCF-4036-AE6E-9CFAB5A62240}"/>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BDB77881-5B31-4D9D-BBA6-77D8FA8FABA5}"/>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3221E9-E1B7-4B62-BFDD-C0AD93B5036F}"/>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70D99BAD-0978-4518-85A4-9F9BE71B0E27}"/>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82920BD1-2C08-4806-8178-4887650FE892}"/>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4395C2-393F-4333-988D-4C7665A97A5F}"/>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961560CE-90CE-4F9F-8FA5-E9AE38D8E787}"/>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F343AE8C-62DC-4938-B677-73396626E97D}"/>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DD413EB-72BF-4457-A247-9A3FD970BD31}"/>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34F89049-BA30-416D-810E-248C3011508B}"/>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BADF94E1-9D81-48A0-AB44-3427AF41A036}"/>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7F2E8"/>
          </a:solidFill>
          <a:ln xmlns:a="http://schemas.openxmlformats.org/drawingml/2006/main" w="9525">
            <a:solidFill>
              <a:srgbClr val="D9CDBB"/>
            </a:solidFill>
            <a:prstDash val="solid"/>
          </a:ln>
        </p:spPr>
      </p:sp>
      <p:sp>
        <p:nvSpPr>
          <p:cNvPr id="25" name="">
            <a:extLst xmlns:a="http://schemas.openxmlformats.org/drawingml/2006/main">
              <a:ext uri="{FF2B5EF4-FFF2-40B4-BE49-F238E27FC236}">
                <a16:creationId xmlns:a16="http://schemas.microsoft.com/office/drawing/2014/main" id="{8C6FDD17-8EB8-417C-A300-F8EED291D55C}"/>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4000"/>
              </a:lnSpc>
              <a:buNone/>
              <a:defRPr sz="1800" b="1">
                <a:solidFill>
                  <a:srgbClr val="39463C"/>
                </a:solidFill>
                <a:latin typeface="Arial"/>
                <a:ea typeface="Arial"/>
                <a:cs typeface="Arial"/>
              </a:defRPr>
            </a:pPr>
            <a:r>
              <a:rPr sz="1800" b="1">
                <a:solidFill>
                  <a:srgbClr val="39463C"/>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2DCC761A-F9E2-43CD-9793-27C2121D4702}"/>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6DAC6F9D-A07B-4B62-A911-9BBBE481AED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07</a:t>
            </a:r>
          </a:p>
        </p:txBody>
      </p:sp>
    </p:spTree>
    <p:extLst>
      <p:ext uri="{BB962C8B-B14F-4D97-AF65-F5344CB8AC3E}">
        <p14:creationId xmlns:p14="http://schemas.microsoft.com/office/powerpoint/2010/main" val="193779859"/>
      </p:ext>
    </p:extLst>
  </p:cSld>
</p:sld>
</file>

<file path=ppt/slides/slide8.xml><?xml version="1.0" encoding="utf-8"?>
<p:sld xmlns:p="http://schemas.openxmlformats.org/presentationml/2006/main">
  <p:cSld>
    <p:bg>
      <p:bgPr>
        <a:solidFill xmlns:a="http://schemas.openxmlformats.org/drawingml/2006/main">
          <a:srgbClr val="7E916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CB03EB-6C16-4047-944C-4026936DAE68}"/>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D9273185-EA1E-48A4-96A7-B870F3249B02}"/>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C7A15A"/>
            </a:solidFill>
            <a:prstDash val="solid"/>
          </a:ln>
        </p:spPr>
      </p:sp>
      <p:sp>
        <p:nvSpPr>
          <p:cNvPr id="3" name="">
            <a:extLst xmlns:a="http://schemas.openxmlformats.org/drawingml/2006/main">
              <a:ext uri="{FF2B5EF4-FFF2-40B4-BE49-F238E27FC236}">
                <a16:creationId xmlns:a16="http://schemas.microsoft.com/office/drawing/2014/main" id="{884973B3-D7D2-49FA-AEBB-A19D9CA522BF}"/>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9EDA1E85-205E-4A68-BE8A-CCD3668BEC64}"/>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1778299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2026-10-01T03:56:42.1920000Z</dcterms:created>
  <dcterms:modified xsi:type="dcterms:W3CDTF">2026-10-01T03:56:42.1920000Z</dcterms:modified>
</coreProperties>
</file>