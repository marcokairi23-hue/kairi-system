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bceac7bfdf4528" /><Relationship Type="http://schemas.openxmlformats.org/officeDocument/2006/relationships/extended-properties" Target="/docProps/app.xml" Id="Rc24c6e540ee747e2" /><Relationship Type="http://schemas.openxmlformats.org/officeDocument/2006/relationships/officeDocument" Target="/ppt/presentation.xml" Id="R0f3ab452139e4658" /></Relationships>
</file>

<file path=ppt/presentation.xml><?xml version="1.0" encoding="utf-8"?>
<p:presentation xmlns:p="http://schemas.openxmlformats.org/presentationml/2006/main">
  <p:sldMasterIdLst>
    <p:sldMasterId xmlns:r="http://schemas.openxmlformats.org/officeDocument/2006/relationships" id="2147483648" r:id="Ra4b5aac020094c16"/>
  </p:sldMasterIdLst>
  <p:notesMasterIdLst>
    <p:notesMasterId xmlns:r="http://schemas.openxmlformats.org/officeDocument/2006/relationships" r:id="Rdbce09e6967543a5"/>
  </p:notesMasterIdLst>
  <p:sldIdLst>
    <p:sldId xmlns:r="http://schemas.openxmlformats.org/officeDocument/2006/relationships" id="256" r:id="R011d6f10c295490f"/>
    <p:sldId xmlns:r="http://schemas.openxmlformats.org/officeDocument/2006/relationships" id="257" r:id="Rda4dff1842c04db8"/>
    <p:sldId xmlns:r="http://schemas.openxmlformats.org/officeDocument/2006/relationships" id="258" r:id="R2dceb3766229471e"/>
    <p:sldId xmlns:r="http://schemas.openxmlformats.org/officeDocument/2006/relationships" id="259" r:id="R404ad447cad54d89"/>
    <p:sldId xmlns:r="http://schemas.openxmlformats.org/officeDocument/2006/relationships" id="260" r:id="R1ca4b3b1be85471f"/>
    <p:sldId xmlns:r="http://schemas.openxmlformats.org/officeDocument/2006/relationships" id="261" r:id="Rba0841eecde0420c"/>
    <p:sldId xmlns:r="http://schemas.openxmlformats.org/officeDocument/2006/relationships" id="262" r:id="Re4a19483808e4982"/>
    <p:sldId xmlns:r="http://schemas.openxmlformats.org/officeDocument/2006/relationships" id="263" r:id="R322455f0444649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0776310c444265" /><Relationship Type="http://schemas.openxmlformats.org/officeDocument/2006/relationships/slideMaster" Target="/ppt/slideMasters/slideMaster1.xml" Id="Ra4b5aac020094c16" /><Relationship Type="http://schemas.openxmlformats.org/officeDocument/2006/relationships/notesMaster" Target="/ppt/notesMasters/notesMaster1.xml" Id="Rdbce09e6967543a5" /><Relationship Type="http://schemas.openxmlformats.org/officeDocument/2006/relationships/presProps" Target="/ppt/presProps.xml" Id="R2140294110234431" /><Relationship Type="http://schemas.openxmlformats.org/officeDocument/2006/relationships/tableStyles" Target="/ppt/tableStyles.xml" Id="Rb1387b93b2d042e7" /><Relationship Type="http://schemas.openxmlformats.org/officeDocument/2006/relationships/slide" Target="/ppt/slides/slide1.xml" Id="R011d6f10c295490f" /><Relationship Type="http://schemas.openxmlformats.org/officeDocument/2006/relationships/slide" Target="/ppt/slides/slide2.xml" Id="Rda4dff1842c04db8" /><Relationship Type="http://schemas.openxmlformats.org/officeDocument/2006/relationships/slide" Target="/ppt/slides/slide3.xml" Id="R2dceb3766229471e" /><Relationship Type="http://schemas.openxmlformats.org/officeDocument/2006/relationships/slide" Target="/ppt/slides/slide4.xml" Id="R404ad447cad54d89" /><Relationship Type="http://schemas.openxmlformats.org/officeDocument/2006/relationships/slide" Target="/ppt/slides/slide5.xml" Id="R1ca4b3b1be85471f" /><Relationship Type="http://schemas.openxmlformats.org/officeDocument/2006/relationships/slide" Target="/ppt/slides/slide6.xml" Id="Rba0841eecde0420c" /><Relationship Type="http://schemas.openxmlformats.org/officeDocument/2006/relationships/slide" Target="/ppt/slides/slide7.xml" Id="Re4a19483808e4982" /><Relationship Type="http://schemas.openxmlformats.org/officeDocument/2006/relationships/slide" Target="/ppt/slides/slide8.xml" Id="R322455f0444649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58d17f278241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ecbb8b3d5d4b2b" /><Relationship Type="http://schemas.openxmlformats.org/officeDocument/2006/relationships/notesMaster" Target="/ppt/notesMasters/notesMaster1.xml" Id="Re325e018893f42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c67de7eb045eb" /><Relationship Type="http://schemas.openxmlformats.org/officeDocument/2006/relationships/notesMaster" Target="/ppt/notesMasters/notesMaster1.xml" Id="R73257d5336b84c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79b2c5a9284b7f" /><Relationship Type="http://schemas.openxmlformats.org/officeDocument/2006/relationships/notesMaster" Target="/ppt/notesMasters/notesMaster1.xml" Id="R14ca45c1a1a3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ea38d09334aa3" /><Relationship Type="http://schemas.openxmlformats.org/officeDocument/2006/relationships/notesMaster" Target="/ppt/notesMasters/notesMaster1.xml" Id="R1d45ae04d8a845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039d4fdb0d4534" /><Relationship Type="http://schemas.openxmlformats.org/officeDocument/2006/relationships/notesMaster" Target="/ppt/notesMasters/notesMaster1.xml" Id="R2bf783ff97fc48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bfba049d8b4e21" /><Relationship Type="http://schemas.openxmlformats.org/officeDocument/2006/relationships/notesMaster" Target="/ppt/notesMasters/notesMaster1.xml" Id="Re13db3a60709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65ecc624f421a" /><Relationship Type="http://schemas.openxmlformats.org/officeDocument/2006/relationships/notesMaster" Target="/ppt/notesMasters/notesMaster1.xml" Id="R4675ada1f1e2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fe8a8fc44b4468" /><Relationship Type="http://schemas.openxmlformats.org/officeDocument/2006/relationships/notesMaster" Target="/ppt/notesMasters/notesMaster1.xml" Id="R7da7d2cb3f224b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pPr rtl="1"/>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pPr rtl="1"/>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e7b6b311c47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09662b0aeb48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dcb17059e94a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5d7a4444024d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6eb06f251a47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f67cf571dc4d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350565-2919-4B80-B5F2-BC36391BB4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4825DB-38F0-4759-A55A-7240A1912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73B450-F59E-4C86-9C7E-123ADAED73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FC8FDD-E26E-4C91-BCA5-5C4E8AAAAB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E2669-E7E4-4980-8B12-BF2597764F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783857-9C08-421B-880C-0B7F1D5CF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7ECFBC-0ADA-43D6-9B07-1E86A32B95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197E0E-5CDE-4222-9B61-7DCFDDE018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BC8A11-BE7C-482D-8876-084E6A308B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BF0275-A2BB-4CC7-A5F4-E89A4B632B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e6e276987e4063" /><Relationship Type="http://schemas.openxmlformats.org/officeDocument/2006/relationships/slideLayout" Target="/ppt/slideLayouts/slideLayout1.xml" Id="R49e0dcc14edf4597" /><Relationship Type="http://schemas.openxmlformats.org/officeDocument/2006/relationships/slideLayout" Target="/ppt/slideLayouts/slideLayout2.xml" Id="R093f0ba1011b40b2" /><Relationship Type="http://schemas.openxmlformats.org/officeDocument/2006/relationships/slideLayout" Target="/ppt/slideLayouts/slideLayout3.xml" Id="R81070e19798449ef" /><Relationship Type="http://schemas.openxmlformats.org/officeDocument/2006/relationships/slideLayout" Target="/ppt/slideLayouts/slideLayout4.xml" Id="Rd9fa8ac63f41459e" /><Relationship Type="http://schemas.openxmlformats.org/officeDocument/2006/relationships/slideLayout" Target="/ppt/slideLayouts/slideLayout5.xml" Id="Rf542da18e3ca4827" /><Relationship Type="http://schemas.openxmlformats.org/officeDocument/2006/relationships/slideLayout" Target="/ppt/slideLayouts/slideLayout6.xml" Id="R1e97b098c18245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e0dcc14edf4597"/>
    <p:sldLayoutId xmlns:r="http://schemas.openxmlformats.org/officeDocument/2006/relationships" id="2147483650" r:id="R093f0ba1011b40b2"/>
    <p:sldLayoutId xmlns:r="http://schemas.openxmlformats.org/officeDocument/2006/relationships" id="2147483651" r:id="R81070e19798449ef"/>
    <p:sldLayoutId xmlns:r="http://schemas.openxmlformats.org/officeDocument/2006/relationships" id="2147483652" r:id="Rd9fa8ac63f41459e"/>
    <p:sldLayoutId xmlns:r="http://schemas.openxmlformats.org/officeDocument/2006/relationships" id="2147483653" r:id="Rf542da18e3ca4827"/>
    <p:sldLayoutId xmlns:r="http://schemas.openxmlformats.org/officeDocument/2006/relationships" id="2147483654" r:id="R1e97b098c18245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0e4f66da764f23" /><Relationship Type="http://schemas.openxmlformats.org/officeDocument/2006/relationships/image" Target="/ppt/media/image.png" Id="Rb39c617f8dc94faa" /><Relationship Type="http://schemas.openxmlformats.org/officeDocument/2006/relationships/notesSlide" Target="/ppt/notesSlides/notesSlide1.xml" Id="R47185de3e29e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57601912864ae5" /><Relationship Type="http://schemas.openxmlformats.org/officeDocument/2006/relationships/notesSlide" Target="/ppt/notesSlides/notesSlide2.xml" Id="R2b7b640df2d745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a54dfb812442f8" /><Relationship Type="http://schemas.openxmlformats.org/officeDocument/2006/relationships/notesSlide" Target="/ppt/notesSlides/notesSlide3.xml" Id="Rd827dbaf4a73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2fc31905bf43c9" /><Relationship Type="http://schemas.openxmlformats.org/officeDocument/2006/relationships/notesSlide" Target="/ppt/notesSlides/notesSlide4.xml" Id="R49b03205e71846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232edcaad1428b" /><Relationship Type="http://schemas.openxmlformats.org/officeDocument/2006/relationships/notesSlide" Target="/ppt/notesSlides/notesSlide5.xml" Id="R3765726b49e74e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9f50472b5464f" /><Relationship Type="http://schemas.openxmlformats.org/officeDocument/2006/relationships/notesSlide" Target="/ppt/notesSlides/notesSlide6.xml" Id="R4eeb87cae8904d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457875d296468e" /><Relationship Type="http://schemas.openxmlformats.org/officeDocument/2006/relationships/notesSlide" Target="/ppt/notesSlides/notesSlide7.xml" Id="R9b3bb3925b0848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6cebca4c648ac" /><Relationship Type="http://schemas.openxmlformats.org/officeDocument/2006/relationships/notesSlide" Target="/ppt/notesSlides/notesSlide8.xml" Id="R720499c931fe4173"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2B87873-43C4-41A9-B477-0707E0CBB516}"/>
              </a:ext>
            </a:extLst>
          </p:cNvPr>
          <p:cNvPicPr>
            <a:picLocks xmlns:a="http://schemas.openxmlformats.org/drawingml/2006/main" noChangeAspect="1"/>
          </p:cNvPicPr>
          <p:nvPr/>
        </p:nvPicPr>
        <p:blipFill>
          <a:blip xmlns:r="http://schemas.openxmlformats.org/officeDocument/2006/relationships" xmlns:a="http://schemas.openxmlformats.org/drawingml/2006/main" r:embed="Rb39c617f8dc94f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5A6254-8CF2-4DCE-85CE-AA945C21BF46}"/>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3600" b="1">
                <a:solidFill>
                  <a:srgbClr val="39463C"/>
                </a:solidFill>
                <a:latin typeface="Arial"/>
                <a:ea typeface="Arial"/>
                <a:cs typeface="Arial"/>
              </a:defRPr>
            </a:defPPr>
          </a:lstStyle>
          <a:p xmlns:a="http://schemas.openxmlformats.org/drawingml/2006/main">
            <a:pPr algn="r" rtl="1">
              <a:lnSpc>
                <a:spcPct val="100000"/>
              </a:lnSpc>
              <a:buNone/>
              <a:defRPr sz="3600" b="1" lang="he-IL" altLang="en-US">
                <a:solidFill>
                  <a:srgbClr val="39463C"/>
                </a:solidFill>
                <a:latin typeface="Arial"/>
                <a:ea typeface="Arial"/>
                <a:cs typeface="Arial"/>
              </a:defRPr>
            </a:pPr>
            <a:r>
              <a:rPr sz="3600" b="1" lang="he-IL" altLang="en-US">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B1058E37-9692-4E72-A106-AF9DFB1A433E}"/>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75" b="0">
                <a:solidFill>
                  <a:srgbClr val="39463C"/>
                </a:solidFill>
                <a:latin typeface="Arial"/>
                <a:ea typeface="Arial"/>
                <a:cs typeface="Arial"/>
              </a:defRPr>
            </a:defPPr>
          </a:lstStyle>
          <a:p xmlns:a="http://schemas.openxmlformats.org/drawingml/2006/main">
            <a:pPr algn="r" rtl="1">
              <a:lnSpc>
                <a:spcPct val="105000"/>
              </a:lnSpc>
              <a:buNone/>
              <a:defRPr sz="1875" b="0" lang="he-IL" altLang="en-US">
                <a:solidFill>
                  <a:srgbClr val="39463C"/>
                </a:solidFill>
                <a:latin typeface="Arial"/>
                <a:ea typeface="Arial"/>
                <a:cs typeface="Arial"/>
              </a:defRPr>
            </a:pPr>
            <a:r>
              <a:rPr sz="1875" b="0" lang="he-IL" altLang="en-US">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13EF59A4-4BF4-4ABE-A4F0-86EDAF28228C}"/>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6E746B"/>
                </a:solidFill>
                <a:latin typeface="Arial"/>
                <a:ea typeface="Arial"/>
                <a:cs typeface="Arial"/>
              </a:defRPr>
            </a:defPPr>
          </a:lstStyle>
          <a:p xmlns:a="http://schemas.openxmlformats.org/drawingml/2006/main">
            <a:pPr algn="r" rtl="1">
              <a:lnSpc>
                <a:spcPct val="100000"/>
              </a:lnSpc>
              <a:buNone/>
              <a:defRPr sz="1275" b="0" lang="he-IL" altLang="en-US">
                <a:solidFill>
                  <a:srgbClr val="6E746B"/>
                </a:solidFill>
                <a:latin typeface="Arial"/>
                <a:ea typeface="Arial"/>
                <a:cs typeface="Arial"/>
              </a:defRPr>
            </a:pPr>
            <a:r>
              <a:rPr sz="1275" b="0" lang="he-IL" altLang="en-US">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521290645"/>
      </p:ext>
    </p:extLst>
  </p:cSld>
</p:sld>
</file>

<file path=ppt/slides/slide2.xml><?xml version="1.0" encoding="utf-8"?>
<p:sld xmlns:p="http://schemas.openxmlformats.org/presentationml/2006/main">
  <p:cSld>
    <p:bg>
      <p:bgPr>
        <a:solidFill xmlns:a="http://schemas.openxmlformats.org/drawingml/2006/main">
          <a:srgbClr val="F0F2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C27546-5C62-41DC-9347-DBA01CCA74E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23A2B"/>
                </a:solidFill>
                <a:latin typeface="Arial"/>
                <a:ea typeface="Arial"/>
                <a:cs typeface="Arial"/>
              </a:defRPr>
            </a:defPPr>
          </a:lstStyle>
          <a:p xmlns:a="http://schemas.openxmlformats.org/drawingml/2006/main">
            <a:pPr algn="r" rtl="1">
              <a:lnSpc>
                <a:spcPct val="100000"/>
              </a:lnSpc>
              <a:buNone/>
              <a:defRPr sz="2400" b="1" lang="he-IL" altLang="en-US">
                <a:solidFill>
                  <a:srgbClr val="323A2B"/>
                </a:solidFill>
                <a:latin typeface="Arial"/>
                <a:ea typeface="Arial"/>
                <a:cs typeface="Arial"/>
              </a:defRPr>
            </a:pPr>
            <a:r>
              <a:rPr sz="2400" b="1" lang="he-IL" altLang="en-US">
                <a:solidFill>
                  <a:srgbClr val="323A2B"/>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61592F5A-4083-4EF4-900E-FD541DB787D9}"/>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4E5A42"/>
                </a:solidFill>
                <a:latin typeface="Arial"/>
                <a:ea typeface="Arial"/>
                <a:cs typeface="Arial"/>
              </a:defRPr>
            </a:defPPr>
          </a:lstStyle>
          <a:p xmlns:a="http://schemas.openxmlformats.org/drawingml/2006/main">
            <a:pPr algn="r" rtl="1">
              <a:lnSpc>
                <a:spcPct val="100000"/>
              </a:lnSpc>
              <a:buNone/>
              <a:defRPr sz="1500" b="0" lang="he-IL" altLang="en-US">
                <a:solidFill>
                  <a:srgbClr val="4E5A42"/>
                </a:solidFill>
                <a:latin typeface="Arial"/>
                <a:ea typeface="Arial"/>
                <a:cs typeface="Arial"/>
              </a:defRPr>
            </a:pPr>
            <a:r>
              <a:rPr sz="1500" b="0" lang="he-IL" altLang="en-US">
                <a:solidFill>
                  <a:srgbClr val="4E5A42"/>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DFBA250A-B08F-490B-B7C2-CB2332306099}"/>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5CEBC"/>
            </a:solidFill>
            <a:prstDash val="solid"/>
          </a:ln>
        </p:spPr>
      </p:sp>
      <p:sp>
        <p:nvSpPr>
          <p:cNvPr id="4" name="">
            <a:extLst xmlns:a="http://schemas.openxmlformats.org/drawingml/2006/main">
              <a:ext uri="{FF2B5EF4-FFF2-40B4-BE49-F238E27FC236}">
                <a16:creationId xmlns:a16="http://schemas.microsoft.com/office/drawing/2014/main" id="{A641B147-3756-4DAF-A17F-3C5F19C08B6B}"/>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550" b="1">
                <a:solidFill>
                  <a:srgbClr val="697859"/>
                </a:solidFill>
                <a:latin typeface="Arial"/>
                <a:ea typeface="Arial"/>
                <a:cs typeface="Arial"/>
              </a:defRPr>
            </a:defPPr>
          </a:lstStyle>
          <a:p xmlns:a="http://schemas.openxmlformats.org/drawingml/2006/main">
            <a:pPr algn="r" rtl="1">
              <a:lnSpc>
                <a:spcPct val="95000"/>
              </a:lnSpc>
              <a:buNone/>
              <a:defRPr sz="2550" b="1" lang="he-IL" altLang="en-US">
                <a:solidFill>
                  <a:srgbClr val="697859"/>
                </a:solidFill>
                <a:latin typeface="Arial"/>
                <a:ea typeface="Arial"/>
                <a:cs typeface="Arial"/>
              </a:defRPr>
            </a:pPr>
            <a:r>
              <a:rPr sz="2550" b="1" lang="he-IL" altLang="en-US">
                <a:solidFill>
                  <a:srgbClr val="697859"/>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10E32057-4E9E-4965-ABBB-62A02F018D76}"/>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00" b="0">
                <a:solidFill>
                  <a:srgbClr val="323A2B"/>
                </a:solidFill>
                <a:latin typeface="Arial"/>
                <a:ea typeface="Arial"/>
                <a:cs typeface="Arial"/>
              </a:defRPr>
            </a:defPPr>
          </a:lstStyle>
          <a:p xmlns:a="http://schemas.openxmlformats.org/drawingml/2006/main">
            <a:pPr algn="r" rtl="1">
              <a:lnSpc>
                <a:spcPct val="108000"/>
              </a:lnSpc>
              <a:buNone/>
              <a:defRPr sz="1800" b="0" lang="he-IL" altLang="en-US">
                <a:solidFill>
                  <a:srgbClr val="323A2B"/>
                </a:solidFill>
                <a:latin typeface="Arial"/>
                <a:ea typeface="Arial"/>
                <a:cs typeface="Arial"/>
              </a:defRPr>
            </a:pPr>
            <a:r>
              <a:rPr sz="1800" b="0" lang="he-IL" altLang="en-US">
                <a:solidFill>
                  <a:srgbClr val="323A2B"/>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6D1A1CC5-CF91-4B69-B2D7-BD9B42D133ED}"/>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BFCFB"/>
          </a:solidFill>
          <a:ln xmlns:a="http://schemas.openxmlformats.org/drawingml/2006/main" w="19050">
            <a:solidFill>
              <a:srgbClr val="C5CEBC"/>
            </a:solidFill>
            <a:prstDash val="solid"/>
          </a:ln>
        </p:spPr>
      </p:sp>
      <p:sp>
        <p:nvSpPr>
          <p:cNvPr id="7" name="">
            <a:extLst xmlns:a="http://schemas.openxmlformats.org/drawingml/2006/main">
              <a:ext uri="{FF2B5EF4-FFF2-40B4-BE49-F238E27FC236}">
                <a16:creationId xmlns:a16="http://schemas.microsoft.com/office/drawing/2014/main" id="{9F3254C3-1BFF-4854-8720-6657876614E6}"/>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697859"/>
                </a:solidFill>
                <a:latin typeface="Arial"/>
                <a:ea typeface="Arial"/>
                <a:cs typeface="Arial"/>
              </a:defRPr>
            </a:defPPr>
          </a:lstStyle>
          <a:p xmlns:a="http://schemas.openxmlformats.org/drawingml/2006/main">
            <a:pPr algn="ctr" rtl="1">
              <a:lnSpc>
                <a:spcPct val="100000"/>
              </a:lnSpc>
              <a:buNone/>
              <a:defRPr sz="2325" b="1" lang="he-IL" altLang="en-US">
                <a:solidFill>
                  <a:srgbClr val="697859"/>
                </a:solidFill>
                <a:latin typeface="Arial"/>
                <a:ea typeface="Arial"/>
                <a:cs typeface="Arial"/>
              </a:defRPr>
            </a:pPr>
            <a:r>
              <a:rPr sz="2325" b="1" lang="he-IL" altLang="en-US">
                <a:solidFill>
                  <a:srgbClr val="697859"/>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664E1E61-F4BE-4CA0-AEC0-053DCDCE2267}"/>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697859"/>
                </a:solidFill>
                <a:latin typeface="Arial"/>
                <a:ea typeface="Arial"/>
                <a:cs typeface="Arial"/>
              </a:defRPr>
            </a:defPPr>
          </a:lstStyle>
          <a:p xmlns:a="http://schemas.openxmlformats.org/drawingml/2006/main">
            <a:pPr algn="ctr" rtl="1">
              <a:lnSpc>
                <a:spcPct val="100000"/>
              </a:lnSpc>
              <a:buNone/>
              <a:defRPr sz="2325" b="1" lang="he-IL" altLang="en-US">
                <a:solidFill>
                  <a:srgbClr val="697859"/>
                </a:solidFill>
                <a:latin typeface="Arial"/>
                <a:ea typeface="Arial"/>
                <a:cs typeface="Arial"/>
              </a:defRPr>
            </a:pPr>
            <a:r>
              <a:rPr sz="2325" b="1" lang="he-IL" altLang="en-US">
                <a:solidFill>
                  <a:srgbClr val="697859"/>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947F5BBD-AAA4-4FDC-AB22-9E4DB39C8AC5}"/>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697859"/>
                </a:solidFill>
                <a:latin typeface="Arial"/>
                <a:ea typeface="Arial"/>
                <a:cs typeface="Arial"/>
              </a:defRPr>
            </a:defPPr>
          </a:lstStyle>
          <a:p xmlns:a="http://schemas.openxmlformats.org/drawingml/2006/main">
            <a:pPr algn="ctr" rtl="1">
              <a:lnSpc>
                <a:spcPct val="100000"/>
              </a:lnSpc>
              <a:buNone/>
              <a:defRPr sz="2325" b="1" lang="he-IL" altLang="en-US">
                <a:solidFill>
                  <a:srgbClr val="697859"/>
                </a:solidFill>
                <a:latin typeface="Arial"/>
                <a:ea typeface="Arial"/>
                <a:cs typeface="Arial"/>
              </a:defRPr>
            </a:pPr>
            <a:r>
              <a:rPr sz="2325" b="1" lang="he-IL" altLang="en-US">
                <a:solidFill>
                  <a:srgbClr val="697859"/>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D2408AE2-7B21-4B2C-AE51-3B5549182BDC}"/>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4E5A42"/>
                </a:solidFill>
                <a:latin typeface="Arial"/>
                <a:ea typeface="Arial"/>
                <a:cs typeface="Arial"/>
              </a:defRPr>
            </a:defPPr>
          </a:lstStyle>
          <a:p xmlns:a="http://schemas.openxmlformats.org/drawingml/2006/main">
            <a:pPr algn="ctr" rtl="1">
              <a:lnSpc>
                <a:spcPct val="100000"/>
              </a:lnSpc>
              <a:buNone/>
              <a:defRPr sz="1050" b="0" lang="he-IL" altLang="en-US">
                <a:solidFill>
                  <a:srgbClr val="4E5A42"/>
                </a:solidFill>
                <a:latin typeface="Arial"/>
                <a:ea typeface="Arial"/>
                <a:cs typeface="Arial"/>
              </a:defRPr>
            </a:pPr>
            <a:r>
              <a:rPr sz="1050" b="0" lang="he-IL" altLang="en-US">
                <a:solidFill>
                  <a:srgbClr val="4E5A42"/>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F4BD6DCD-F404-48E9-A561-D14266F5275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4E5A42"/>
                </a:solidFill>
                <a:latin typeface="Arial"/>
                <a:ea typeface="Arial"/>
                <a:cs typeface="Arial"/>
              </a:defRPr>
            </a:defPPr>
          </a:lstStyle>
          <a:p xmlns:a="http://schemas.openxmlformats.org/drawingml/2006/main">
            <a:pPr algn="l" rtl="1">
              <a:lnSpc>
                <a:spcPct val="100000"/>
              </a:lnSpc>
              <a:buNone/>
              <a:defRPr sz="900" b="0" lang="he-IL" altLang="en-US">
                <a:solidFill>
                  <a:srgbClr val="4E5A42"/>
                </a:solidFill>
                <a:latin typeface="Arial"/>
                <a:ea typeface="Arial"/>
                <a:cs typeface="Arial"/>
              </a:defRPr>
            </a:pPr>
            <a:r>
              <a:rPr sz="900" b="0" lang="he-IL" altLang="en-US">
                <a:solidFill>
                  <a:srgbClr val="4E5A42"/>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6900461C-59EE-4182-BF2C-F28287ADC89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E5A42"/>
                </a:solidFill>
                <a:latin typeface="Arial"/>
                <a:ea typeface="Arial"/>
                <a:cs typeface="Arial"/>
              </a:defRPr>
            </a:defPPr>
          </a:lstStyle>
          <a:p xmlns:a="http://schemas.openxmlformats.org/drawingml/2006/main">
            <a:pPr algn="r">
              <a:lnSpc>
                <a:spcPct val="100000"/>
              </a:lnSpc>
              <a:buNone/>
              <a:defRPr sz="975" b="0">
                <a:solidFill>
                  <a:srgbClr val="4E5A42"/>
                </a:solidFill>
                <a:latin typeface="Arial"/>
                <a:ea typeface="Arial"/>
                <a:cs typeface="Arial"/>
              </a:defRPr>
            </a:pPr>
            <a:r>
              <a:rPr sz="975" b="0">
                <a:solidFill>
                  <a:srgbClr val="4E5A42"/>
                </a:solidFill>
                <a:latin typeface="Arial"/>
                <a:ea typeface="Arial"/>
                <a:cs typeface="Arial"/>
              </a:rPr>
              <a:t>02</a:t>
            </a:r>
          </a:p>
        </p:txBody>
      </p:sp>
    </p:spTree>
    <p:extLst>
      <p:ext uri="{BB962C8B-B14F-4D97-AF65-F5344CB8AC3E}">
        <p14:creationId xmlns:p14="http://schemas.microsoft.com/office/powerpoint/2010/main" val="640848253"/>
      </p:ext>
    </p:extLst>
  </p:cSld>
</p:sld>
</file>

<file path=ppt/slides/slide3.xml><?xml version="1.0" encoding="utf-8"?>
<p:sld xmlns:p="http://schemas.openxmlformats.org/presentationml/2006/main">
  <p:cSld>
    <p:bg>
      <p:bgPr>
        <a:solidFill xmlns:a="http://schemas.openxmlformats.org/drawingml/2006/main">
          <a:srgbClr val="EBEF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5F7F906-D51E-4F44-BEE6-B37664731F5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223230"/>
                </a:solidFill>
                <a:latin typeface="Arial"/>
                <a:ea typeface="Arial"/>
                <a:cs typeface="Arial"/>
              </a:defRPr>
            </a:defPPr>
          </a:lstStyle>
          <a:p xmlns:a="http://schemas.openxmlformats.org/drawingml/2006/main">
            <a:pPr algn="r" rtl="1">
              <a:lnSpc>
                <a:spcPct val="100000"/>
              </a:lnSpc>
              <a:buNone/>
              <a:defRPr sz="2400" b="1" lang="he-IL" altLang="en-US">
                <a:solidFill>
                  <a:srgbClr val="223230"/>
                </a:solidFill>
                <a:latin typeface="Arial"/>
                <a:ea typeface="Arial"/>
                <a:cs typeface="Arial"/>
              </a:defRPr>
            </a:pPr>
            <a:r>
              <a:rPr sz="2400" b="1" lang="he-IL" altLang="en-US">
                <a:solidFill>
                  <a:srgbClr val="223230"/>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D711B281-4E12-478E-97BC-988277FD3D0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354D4A"/>
                </a:solidFill>
                <a:latin typeface="Arial"/>
                <a:ea typeface="Arial"/>
                <a:cs typeface="Arial"/>
              </a:defRPr>
            </a:defPPr>
          </a:lstStyle>
          <a:p xmlns:a="http://schemas.openxmlformats.org/drawingml/2006/main">
            <a:pPr algn="r" rtl="1">
              <a:lnSpc>
                <a:spcPct val="100000"/>
              </a:lnSpc>
              <a:buNone/>
              <a:defRPr sz="1500" b="0" lang="he-IL" altLang="en-US">
                <a:solidFill>
                  <a:srgbClr val="354D4A"/>
                </a:solidFill>
                <a:latin typeface="Arial"/>
                <a:ea typeface="Arial"/>
                <a:cs typeface="Arial"/>
              </a:defRPr>
            </a:pPr>
            <a:r>
              <a:rPr sz="1500" b="0" lang="he-IL" altLang="en-US">
                <a:solidFill>
                  <a:srgbClr val="354D4A"/>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E6DA681B-0DDD-4552-898E-9563AC863358}"/>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B3C4C2"/>
            </a:solidFill>
            <a:prstDash val="solid"/>
          </a:ln>
        </p:spPr>
      </p:sp>
      <p:sp>
        <p:nvSpPr>
          <p:cNvPr id="4" name="">
            <a:extLst xmlns:a="http://schemas.openxmlformats.org/drawingml/2006/main">
              <a:ext uri="{FF2B5EF4-FFF2-40B4-BE49-F238E27FC236}">
                <a16:creationId xmlns:a16="http://schemas.microsoft.com/office/drawing/2014/main" id="{C906801A-73A0-43B6-900E-673433B08C7E}"/>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B3C4C2"/>
            </a:solidFill>
            <a:prstDash val="solid"/>
          </a:ln>
        </p:spPr>
      </p:sp>
      <p:sp>
        <p:nvSpPr>
          <p:cNvPr id="5" name="">
            <a:extLst xmlns:a="http://schemas.openxmlformats.org/drawingml/2006/main">
              <a:ext uri="{FF2B5EF4-FFF2-40B4-BE49-F238E27FC236}">
                <a16:creationId xmlns:a16="http://schemas.microsoft.com/office/drawing/2014/main" id="{3AAB3BB4-A7DD-4A2C-A066-BC5C919BFCA0}"/>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4FA98F-08CD-42B0-AA8E-261B3D2C5558}"/>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3A18576-4259-4335-9017-B33BCBAE2C2D}"/>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C2083528-E392-435A-816B-976E8E4A8A2D}"/>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476764"/>
                </a:solidFill>
                <a:latin typeface="Arial"/>
                <a:ea typeface="Arial"/>
                <a:cs typeface="Arial"/>
              </a:defRPr>
            </a:defPPr>
          </a:lstStyle>
          <a:p xmlns:a="http://schemas.openxmlformats.org/drawingml/2006/main">
            <a:pPr algn="r" rtl="1">
              <a:lnSpc>
                <a:spcPct val="100000"/>
              </a:lnSpc>
              <a:buNone/>
              <a:defRPr sz="1575" b="1" lang="he-IL" altLang="en-US">
                <a:solidFill>
                  <a:srgbClr val="476764"/>
                </a:solidFill>
                <a:latin typeface="Arial"/>
                <a:ea typeface="Arial"/>
                <a:cs typeface="Arial"/>
              </a:defRPr>
            </a:pPr>
            <a:r>
              <a:rPr sz="1575" b="1" lang="he-IL" altLang="en-US">
                <a:solidFill>
                  <a:srgbClr val="476764"/>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F023E5FC-1996-45EE-9623-0EEC0A40D27F}"/>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23230"/>
                </a:solidFill>
                <a:latin typeface="Arial"/>
                <a:ea typeface="Arial"/>
                <a:cs typeface="Arial"/>
              </a:defRPr>
            </a:defPPr>
          </a:lstStyle>
          <a:p xmlns:a="http://schemas.openxmlformats.org/drawingml/2006/main">
            <a:pPr algn="r" rtl="1">
              <a:lnSpc>
                <a:spcPct val="100000"/>
              </a:lnSpc>
              <a:buNone/>
              <a:defRPr sz="1275" b="0" lang="he-IL" altLang="en-US">
                <a:solidFill>
                  <a:srgbClr val="223230"/>
                </a:solidFill>
                <a:latin typeface="Arial"/>
                <a:ea typeface="Arial"/>
                <a:cs typeface="Arial"/>
              </a:defRPr>
            </a:pPr>
            <a:r>
              <a:rPr sz="1275" b="0" lang="he-IL" altLang="en-US">
                <a:solidFill>
                  <a:srgbClr val="223230"/>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E4B8714F-1491-46A8-89CA-0E042BC640CD}"/>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026EFB-20CA-4A9A-8768-F587C283C98C}"/>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5AA4521A-ADBB-40BB-9528-C86E132E0A1A}"/>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1F4AA2A2-3D4A-4A1D-8408-98BE7C1D1635}"/>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476764"/>
                </a:solidFill>
                <a:latin typeface="Arial"/>
                <a:ea typeface="Arial"/>
                <a:cs typeface="Arial"/>
              </a:defRPr>
            </a:defPPr>
          </a:lstStyle>
          <a:p xmlns:a="http://schemas.openxmlformats.org/drawingml/2006/main">
            <a:pPr algn="r" rtl="1">
              <a:lnSpc>
                <a:spcPct val="100000"/>
              </a:lnSpc>
              <a:buNone/>
              <a:defRPr sz="1575" b="1" lang="he-IL" altLang="en-US">
                <a:solidFill>
                  <a:srgbClr val="476764"/>
                </a:solidFill>
                <a:latin typeface="Arial"/>
                <a:ea typeface="Arial"/>
                <a:cs typeface="Arial"/>
              </a:defRPr>
            </a:pPr>
            <a:r>
              <a:rPr sz="1575" b="1" lang="he-IL" altLang="en-US">
                <a:solidFill>
                  <a:srgbClr val="476764"/>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FA2279D2-A31F-4BAC-A940-E4D1864F5601}"/>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23230"/>
                </a:solidFill>
                <a:latin typeface="Arial"/>
                <a:ea typeface="Arial"/>
                <a:cs typeface="Arial"/>
              </a:defRPr>
            </a:defPPr>
          </a:lstStyle>
          <a:p xmlns:a="http://schemas.openxmlformats.org/drawingml/2006/main">
            <a:pPr algn="r" rtl="1">
              <a:lnSpc>
                <a:spcPct val="100000"/>
              </a:lnSpc>
              <a:buNone/>
              <a:defRPr sz="1275" b="0" lang="he-IL" altLang="en-US">
                <a:solidFill>
                  <a:srgbClr val="223230"/>
                </a:solidFill>
                <a:latin typeface="Arial"/>
                <a:ea typeface="Arial"/>
                <a:cs typeface="Arial"/>
              </a:defRPr>
            </a:pPr>
            <a:r>
              <a:rPr sz="1275" b="0" lang="he-IL" altLang="en-US">
                <a:solidFill>
                  <a:srgbClr val="223230"/>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FFD2E26B-9EEE-434A-9F6A-F5580769FCBD}"/>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D2C44-0944-4C98-9B0E-65AE290E3162}"/>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E6061B11-840F-4F30-B92E-F63F925AD39C}"/>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223230"/>
                </a:solidFill>
                <a:latin typeface="Arial"/>
                <a:ea typeface="Arial"/>
                <a:cs typeface="Arial"/>
              </a:defRPr>
            </a:defPPr>
          </a:lstStyle>
          <a:p xmlns:a="http://schemas.openxmlformats.org/drawingml/2006/main">
            <a:pPr algn="r">
              <a:lnSpc>
                <a:spcPct val="100000"/>
              </a:lnSpc>
              <a:buNone/>
              <a:defRPr sz="2025" b="1">
                <a:solidFill>
                  <a:srgbClr val="223230"/>
                </a:solidFill>
                <a:latin typeface="Arial"/>
                <a:ea typeface="Arial"/>
                <a:cs typeface="Arial"/>
              </a:defRPr>
            </a:pPr>
            <a:r>
              <a:rPr sz="2025" b="1">
                <a:solidFill>
                  <a:srgbClr val="223230"/>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536BD9F3-A4C4-4BB9-B706-C6FCBAD3EA47}"/>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476764"/>
                </a:solidFill>
                <a:latin typeface="Arial"/>
                <a:ea typeface="Arial"/>
                <a:cs typeface="Arial"/>
              </a:defRPr>
            </a:defPPr>
          </a:lstStyle>
          <a:p xmlns:a="http://schemas.openxmlformats.org/drawingml/2006/main">
            <a:pPr algn="r" rtl="1">
              <a:lnSpc>
                <a:spcPct val="100000"/>
              </a:lnSpc>
              <a:buNone/>
              <a:defRPr sz="1575" b="1" lang="he-IL" altLang="en-US">
                <a:solidFill>
                  <a:srgbClr val="476764"/>
                </a:solidFill>
                <a:latin typeface="Arial"/>
                <a:ea typeface="Arial"/>
                <a:cs typeface="Arial"/>
              </a:defRPr>
            </a:pPr>
            <a:r>
              <a:rPr sz="1575" b="1" lang="he-IL" altLang="en-US">
                <a:solidFill>
                  <a:srgbClr val="476764"/>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1EFF7F44-57DC-426C-A038-FB095E1AC778}"/>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23230"/>
                </a:solidFill>
                <a:latin typeface="Arial"/>
                <a:ea typeface="Arial"/>
                <a:cs typeface="Arial"/>
              </a:defRPr>
            </a:defPPr>
          </a:lstStyle>
          <a:p xmlns:a="http://schemas.openxmlformats.org/drawingml/2006/main">
            <a:pPr algn="r" rtl="1">
              <a:lnSpc>
                <a:spcPct val="100000"/>
              </a:lnSpc>
              <a:buNone/>
              <a:defRPr sz="1275" b="0" lang="he-IL" altLang="en-US">
                <a:solidFill>
                  <a:srgbClr val="223230"/>
                </a:solidFill>
                <a:latin typeface="Arial"/>
                <a:ea typeface="Arial"/>
                <a:cs typeface="Arial"/>
              </a:defRPr>
            </a:pPr>
            <a:r>
              <a:rPr sz="1275" b="0" lang="he-IL" altLang="en-US">
                <a:solidFill>
                  <a:srgbClr val="223230"/>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D9AF91EC-8EB2-42B3-92CE-34F33D855737}"/>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47676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11F4E3-123E-4B81-9985-50ABF5E9F679}"/>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16A2753D-C652-4030-9B4D-4A1BA756BFA4}"/>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025" b="1">
                <a:solidFill>
                  <a:srgbClr val="223230"/>
                </a:solidFill>
                <a:latin typeface="Arial"/>
                <a:ea typeface="Arial"/>
                <a:cs typeface="Arial"/>
              </a:defRPr>
            </a:defPPr>
          </a:lstStyle>
          <a:p xmlns:a="http://schemas.openxmlformats.org/drawingml/2006/main">
            <a:pPr algn="r" rtl="1">
              <a:lnSpc>
                <a:spcPct val="100000"/>
              </a:lnSpc>
              <a:buNone/>
              <a:defRPr sz="2025" b="1" lang="he-IL" altLang="en-US">
                <a:solidFill>
                  <a:srgbClr val="223230"/>
                </a:solidFill>
                <a:latin typeface="Arial"/>
                <a:ea typeface="Arial"/>
                <a:cs typeface="Arial"/>
              </a:defRPr>
            </a:pPr>
            <a:r>
              <a:rPr sz="2025" b="1" lang="he-IL" altLang="en-US">
                <a:solidFill>
                  <a:srgbClr val="223230"/>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86CE8E00-B2F2-483C-A7EF-26CE7C08208B}"/>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476764"/>
                </a:solidFill>
                <a:latin typeface="Arial"/>
                <a:ea typeface="Arial"/>
                <a:cs typeface="Arial"/>
              </a:defRPr>
            </a:defPPr>
          </a:lstStyle>
          <a:p xmlns:a="http://schemas.openxmlformats.org/drawingml/2006/main">
            <a:pPr algn="r" rtl="1">
              <a:lnSpc>
                <a:spcPct val="100000"/>
              </a:lnSpc>
              <a:buNone/>
              <a:defRPr sz="1575" b="1" lang="he-IL" altLang="en-US">
                <a:solidFill>
                  <a:srgbClr val="476764"/>
                </a:solidFill>
                <a:latin typeface="Arial"/>
                <a:ea typeface="Arial"/>
                <a:cs typeface="Arial"/>
              </a:defRPr>
            </a:pPr>
            <a:r>
              <a:rPr sz="1575" b="1" lang="he-IL" altLang="en-US">
                <a:solidFill>
                  <a:srgbClr val="47676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3DE58818-7E28-4683-B311-F8760398390D}"/>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223230"/>
                </a:solidFill>
                <a:latin typeface="Arial"/>
                <a:ea typeface="Arial"/>
                <a:cs typeface="Arial"/>
              </a:defRPr>
            </a:defPPr>
          </a:lstStyle>
          <a:p xmlns:a="http://schemas.openxmlformats.org/drawingml/2006/main">
            <a:pPr algn="r" rtl="1">
              <a:lnSpc>
                <a:spcPct val="100000"/>
              </a:lnSpc>
              <a:buNone/>
              <a:defRPr sz="1275" b="0" lang="he-IL" altLang="en-US">
                <a:solidFill>
                  <a:srgbClr val="223230"/>
                </a:solidFill>
                <a:latin typeface="Arial"/>
                <a:ea typeface="Arial"/>
                <a:cs typeface="Arial"/>
              </a:defRPr>
            </a:pPr>
            <a:r>
              <a:rPr sz="1275" b="0" lang="he-IL" altLang="en-US">
                <a:solidFill>
                  <a:srgbClr val="223230"/>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A765D72D-EEA1-41A0-B2BD-60014948B86C}"/>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575" b="1">
                <a:solidFill>
                  <a:srgbClr val="476764"/>
                </a:solidFill>
                <a:latin typeface="Arial"/>
                <a:ea typeface="Arial"/>
                <a:cs typeface="Arial"/>
              </a:defRPr>
            </a:defPPr>
          </a:lstStyle>
          <a:p xmlns:a="http://schemas.openxmlformats.org/drawingml/2006/main">
            <a:pPr algn="ctr" rtl="1">
              <a:lnSpc>
                <a:spcPct val="100000"/>
              </a:lnSpc>
              <a:buNone/>
              <a:defRPr sz="1575" b="1" lang="he-IL" altLang="en-US">
                <a:solidFill>
                  <a:srgbClr val="476764"/>
                </a:solidFill>
                <a:latin typeface="Arial"/>
                <a:ea typeface="Arial"/>
                <a:cs typeface="Arial"/>
              </a:defRPr>
            </a:pPr>
            <a:r>
              <a:rPr sz="1575" b="1" lang="he-IL" altLang="en-US">
                <a:solidFill>
                  <a:srgbClr val="476764"/>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9CA3D84D-EE4B-47B5-BD00-8FC9773D22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354D4A"/>
                </a:solidFill>
                <a:latin typeface="Arial"/>
                <a:ea typeface="Arial"/>
                <a:cs typeface="Arial"/>
              </a:defRPr>
            </a:defPPr>
          </a:lstStyle>
          <a:p xmlns:a="http://schemas.openxmlformats.org/drawingml/2006/main">
            <a:pPr algn="l" rtl="1">
              <a:lnSpc>
                <a:spcPct val="100000"/>
              </a:lnSpc>
              <a:buNone/>
              <a:defRPr sz="900" b="0" lang="he-IL" altLang="en-US">
                <a:solidFill>
                  <a:srgbClr val="354D4A"/>
                </a:solidFill>
                <a:latin typeface="Arial"/>
                <a:ea typeface="Arial"/>
                <a:cs typeface="Arial"/>
              </a:defRPr>
            </a:pPr>
            <a:r>
              <a:rPr sz="900" b="0" lang="he-IL" altLang="en-US">
                <a:solidFill>
                  <a:srgbClr val="354D4A"/>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5390396A-5277-42E4-B36E-D0F013E139B7}"/>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354D4A"/>
                </a:solidFill>
                <a:latin typeface="Arial"/>
                <a:ea typeface="Arial"/>
                <a:cs typeface="Arial"/>
              </a:defRPr>
            </a:defPPr>
          </a:lstStyle>
          <a:p xmlns:a="http://schemas.openxmlformats.org/drawingml/2006/main">
            <a:pPr algn="r">
              <a:lnSpc>
                <a:spcPct val="100000"/>
              </a:lnSpc>
              <a:buNone/>
              <a:defRPr sz="975" b="0">
                <a:solidFill>
                  <a:srgbClr val="354D4A"/>
                </a:solidFill>
                <a:latin typeface="Arial"/>
                <a:ea typeface="Arial"/>
                <a:cs typeface="Arial"/>
              </a:defRPr>
            </a:pPr>
            <a:r>
              <a:rPr sz="975" b="0">
                <a:solidFill>
                  <a:srgbClr val="354D4A"/>
                </a:solidFill>
                <a:latin typeface="Arial"/>
                <a:ea typeface="Arial"/>
                <a:cs typeface="Arial"/>
              </a:rPr>
              <a:t>03</a:t>
            </a:r>
          </a:p>
        </p:txBody>
      </p:sp>
    </p:spTree>
    <p:extLst>
      <p:ext uri="{BB962C8B-B14F-4D97-AF65-F5344CB8AC3E}">
        <p14:creationId xmlns:p14="http://schemas.microsoft.com/office/powerpoint/2010/main" val="560109243"/>
      </p:ext>
    </p:extLst>
  </p:cSld>
</p:sld>
</file>

<file path=ppt/slides/slide4.xml><?xml version="1.0" encoding="utf-8"?>
<p:sld xmlns:p="http://schemas.openxmlformats.org/presentationml/2006/main">
  <p:cSld>
    <p:bg>
      <p:bgPr>
        <a:solidFill xmlns:a="http://schemas.openxmlformats.org/drawingml/2006/main">
          <a:srgbClr val="F7ED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7E70C2-E2D3-46D7-A765-AB61569509A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4A2920"/>
                </a:solidFill>
                <a:latin typeface="Arial"/>
                <a:ea typeface="Arial"/>
                <a:cs typeface="Arial"/>
              </a:defRPr>
            </a:defPPr>
          </a:lstStyle>
          <a:p xmlns:a="http://schemas.openxmlformats.org/drawingml/2006/main">
            <a:pPr algn="r" rtl="1">
              <a:lnSpc>
                <a:spcPct val="100000"/>
              </a:lnSpc>
              <a:buNone/>
              <a:defRPr sz="2400" b="1" lang="he-IL" altLang="en-US">
                <a:solidFill>
                  <a:srgbClr val="4A2920"/>
                </a:solidFill>
                <a:latin typeface="Arial"/>
                <a:ea typeface="Arial"/>
                <a:cs typeface="Arial"/>
              </a:defRPr>
            </a:pPr>
            <a:r>
              <a:rPr sz="2400" b="1" lang="he-IL" altLang="en-US">
                <a:solidFill>
                  <a:srgbClr val="4A2920"/>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C8112FA3-8979-4C1B-A7D1-F8E20E8B8F81}"/>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734031"/>
                </a:solidFill>
                <a:latin typeface="Arial"/>
                <a:ea typeface="Arial"/>
                <a:cs typeface="Arial"/>
              </a:defRPr>
            </a:defPPr>
          </a:lstStyle>
          <a:p xmlns:a="http://schemas.openxmlformats.org/drawingml/2006/main">
            <a:pPr algn="r" rtl="1">
              <a:lnSpc>
                <a:spcPct val="100000"/>
              </a:lnSpc>
              <a:buNone/>
              <a:defRPr sz="1500" b="0" lang="he-IL" altLang="en-US">
                <a:solidFill>
                  <a:srgbClr val="734031"/>
                </a:solidFill>
                <a:latin typeface="Arial"/>
                <a:ea typeface="Arial"/>
                <a:cs typeface="Arial"/>
              </a:defRPr>
            </a:pPr>
            <a:r>
              <a:rPr sz="1500" b="0" lang="he-IL" altLang="en-US">
                <a:solidFill>
                  <a:srgbClr val="734031"/>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B3CD9570-D902-4544-A519-4DCE75693D5E}"/>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E0BBB0"/>
            </a:solidFill>
            <a:prstDash val="solid"/>
          </a:ln>
        </p:spPr>
      </p:sp>
      <p:sp>
        <p:nvSpPr>
          <p:cNvPr id="4" name="">
            <a:extLst xmlns:a="http://schemas.openxmlformats.org/drawingml/2006/main">
              <a:ext uri="{FF2B5EF4-FFF2-40B4-BE49-F238E27FC236}">
                <a16:creationId xmlns:a16="http://schemas.microsoft.com/office/drawing/2014/main" id="{A15B8225-F698-481D-844B-75C6DC3C272F}"/>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DFAFA"/>
          </a:solidFill>
          <a:ln xmlns:a="http://schemas.openxmlformats.org/drawingml/2006/main" w="19050">
            <a:solidFill>
              <a:srgbClr val="E0BBB0"/>
            </a:solidFill>
            <a:prstDash val="solid"/>
          </a:ln>
        </p:spPr>
      </p:sp>
      <p:sp>
        <p:nvSpPr>
          <p:cNvPr id="5" name="">
            <a:extLst xmlns:a="http://schemas.openxmlformats.org/drawingml/2006/main">
              <a:ext uri="{FF2B5EF4-FFF2-40B4-BE49-F238E27FC236}">
                <a16:creationId xmlns:a16="http://schemas.microsoft.com/office/drawing/2014/main" id="{4537EA98-9C70-4BB3-A525-9A012463A15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rtl="1">
              <a:defRPr sz="2550" b="1">
                <a:solidFill>
                  <a:srgbClr val="9A5542"/>
                </a:solidFill>
                <a:latin typeface="Arial"/>
                <a:ea typeface="Arial"/>
                <a:cs typeface="Arial"/>
              </a:defRPr>
            </a:defPPr>
          </a:lstStyle>
          <a:p xmlns:a="http://schemas.openxmlformats.org/drawingml/2006/main">
            <a:pPr algn="ctr" rtl="1">
              <a:lnSpc>
                <a:spcPct val="100000"/>
              </a:lnSpc>
              <a:buNone/>
              <a:defRPr sz="2550" b="1" lang="he-IL" altLang="en-US">
                <a:solidFill>
                  <a:srgbClr val="9A5542"/>
                </a:solidFill>
                <a:latin typeface="Arial"/>
                <a:ea typeface="Arial"/>
                <a:cs typeface="Arial"/>
              </a:defRPr>
            </a:pPr>
            <a:r>
              <a:rPr sz="2550" b="1" lang="he-IL" altLang="en-US">
                <a:solidFill>
                  <a:srgbClr val="9A5542"/>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9F0084E6-9157-487F-A5BA-855361A0F55A}"/>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0">
                <a:solidFill>
                  <a:srgbClr val="4A2920"/>
                </a:solidFill>
                <a:latin typeface="Arial"/>
                <a:ea typeface="Arial"/>
                <a:cs typeface="Arial"/>
              </a:defRPr>
            </a:defPPr>
          </a:lstStyle>
          <a:p xmlns:a="http://schemas.openxmlformats.org/drawingml/2006/main">
            <a:pPr algn="ctr" rtl="1">
              <a:lnSpc>
                <a:spcPct val="120000"/>
              </a:lnSpc>
              <a:buNone/>
              <a:defRPr sz="1800" b="0" lang="he-IL" altLang="en-US">
                <a:solidFill>
                  <a:srgbClr val="4A2920"/>
                </a:solidFill>
                <a:latin typeface="Arial"/>
                <a:ea typeface="Arial"/>
                <a:cs typeface="Arial"/>
              </a:defRPr>
            </a:pPr>
            <a:r>
              <a:rPr sz="1800" b="0" lang="he-IL" altLang="en-US">
                <a:solidFill>
                  <a:srgbClr val="4A2920"/>
                </a:solidFill>
                <a:latin typeface="Arial"/>
                <a:ea typeface="Arial"/>
                <a:cs typeface="Arial"/>
              </a:rPr>
              <a:t>לימוד פרטי</a:t>
            </a:r>
          </a:p>
          <a:p xmlns:a="http://schemas.openxmlformats.org/drawingml/2006/main">
            <a:pPr algn="ctr" rtl="1">
              <a:lnSpc>
                <a:spcPct val="120000"/>
              </a:lnSpc>
              <a:buNone/>
              <a:defRPr sz="1800" b="0" lang="he-IL" altLang="en-US">
                <a:solidFill>
                  <a:srgbClr val="4A2920"/>
                </a:solidFill>
                <a:latin typeface="Arial"/>
                <a:ea typeface="Arial"/>
                <a:cs typeface="Arial"/>
              </a:defRPr>
            </a:pPr>
            <a:r>
              <a:rPr sz="1800" b="0" lang="he-IL" altLang="en-US">
                <a:solidFill>
                  <a:srgbClr val="4A2920"/>
                </a:solidFill>
                <a:latin typeface="Arial"/>
                <a:ea typeface="Arial"/>
                <a:cs typeface="Arial"/>
              </a:rPr>
              <a:t>ניסיון מצטבר</a:t>
            </a:r>
          </a:p>
          <a:p xmlns:a="http://schemas.openxmlformats.org/drawingml/2006/main">
            <a:pPr algn="ctr" rtl="1">
              <a:lnSpc>
                <a:spcPct val="120000"/>
              </a:lnSpc>
              <a:buNone/>
              <a:defRPr sz="1800" b="0" lang="he-IL" altLang="en-US">
                <a:solidFill>
                  <a:srgbClr val="4A2920"/>
                </a:solidFill>
                <a:latin typeface="Arial"/>
                <a:ea typeface="Arial"/>
                <a:cs typeface="Arial"/>
              </a:defRPr>
            </a:pPr>
            <a:r>
              <a:rPr sz="1800" b="0" lang="he-IL" altLang="en-US">
                <a:solidFill>
                  <a:srgbClr val="4A2920"/>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6B76BDD9-1B73-4132-9716-F5C513BAEBE0}"/>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250" b="1">
                <a:solidFill>
                  <a:srgbClr val="4A2920"/>
                </a:solidFill>
                <a:latin typeface="Arial"/>
                <a:ea typeface="Arial"/>
                <a:cs typeface="Arial"/>
              </a:defRPr>
            </a:defPPr>
          </a:lstStyle>
          <a:p xmlns:a="http://schemas.openxmlformats.org/drawingml/2006/main">
            <a:pPr algn="r" rtl="1">
              <a:lnSpc>
                <a:spcPct val="108000"/>
              </a:lnSpc>
              <a:buNone/>
              <a:defRPr sz="2250" b="1" lang="he-IL" altLang="en-US">
                <a:solidFill>
                  <a:srgbClr val="4A2920"/>
                </a:solidFill>
                <a:latin typeface="Arial"/>
                <a:ea typeface="Arial"/>
                <a:cs typeface="Arial"/>
              </a:defRPr>
            </a:pPr>
            <a:r>
              <a:rPr sz="2250" b="1" lang="he-IL" altLang="en-US">
                <a:solidFill>
                  <a:srgbClr val="4A2920"/>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ABEC6646-5BC0-40D9-AA57-E9F4BE7B8A62}"/>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9A5542"/>
                </a:solidFill>
                <a:latin typeface="Arial"/>
                <a:ea typeface="Arial"/>
                <a:cs typeface="Arial"/>
              </a:defRPr>
            </a:defPPr>
          </a:lstStyle>
          <a:p xmlns:a="http://schemas.openxmlformats.org/drawingml/2006/main">
            <a:pPr algn="r" rtl="1">
              <a:lnSpc>
                <a:spcPct val="100000"/>
              </a:lnSpc>
              <a:buNone/>
              <a:defRPr sz="1500" b="0" lang="he-IL" altLang="en-US">
                <a:solidFill>
                  <a:srgbClr val="9A5542"/>
                </a:solidFill>
                <a:latin typeface="Arial"/>
                <a:ea typeface="Arial"/>
                <a:cs typeface="Arial"/>
              </a:defRPr>
            </a:pPr>
            <a:r>
              <a:rPr sz="1500" b="0" lang="he-IL" altLang="en-US">
                <a:solidFill>
                  <a:srgbClr val="9A5542"/>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0A0F9F1E-1AD1-4AD0-9610-3642AE709BC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734031"/>
                </a:solidFill>
                <a:latin typeface="Arial"/>
                <a:ea typeface="Arial"/>
                <a:cs typeface="Arial"/>
              </a:defRPr>
            </a:defPPr>
          </a:lstStyle>
          <a:p xmlns:a="http://schemas.openxmlformats.org/drawingml/2006/main">
            <a:pPr algn="l" rtl="1">
              <a:lnSpc>
                <a:spcPct val="100000"/>
              </a:lnSpc>
              <a:buNone/>
              <a:defRPr sz="900" b="0" lang="he-IL" altLang="en-US">
                <a:solidFill>
                  <a:srgbClr val="734031"/>
                </a:solidFill>
                <a:latin typeface="Arial"/>
                <a:ea typeface="Arial"/>
                <a:cs typeface="Arial"/>
              </a:defRPr>
            </a:pPr>
            <a:r>
              <a:rPr sz="900" b="0" lang="he-IL" altLang="en-US">
                <a:solidFill>
                  <a:srgbClr val="734031"/>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C2E7DBCF-7AA4-4724-B417-7F916B41F46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34031"/>
                </a:solidFill>
                <a:latin typeface="Arial"/>
                <a:ea typeface="Arial"/>
                <a:cs typeface="Arial"/>
              </a:defRPr>
            </a:defPPr>
          </a:lstStyle>
          <a:p xmlns:a="http://schemas.openxmlformats.org/drawingml/2006/main">
            <a:pPr algn="r">
              <a:lnSpc>
                <a:spcPct val="100000"/>
              </a:lnSpc>
              <a:buNone/>
              <a:defRPr sz="975" b="0">
                <a:solidFill>
                  <a:srgbClr val="734031"/>
                </a:solidFill>
                <a:latin typeface="Arial"/>
                <a:ea typeface="Arial"/>
                <a:cs typeface="Arial"/>
              </a:defRPr>
            </a:pPr>
            <a:r>
              <a:rPr sz="975" b="0">
                <a:solidFill>
                  <a:srgbClr val="734031"/>
                </a:solidFill>
                <a:latin typeface="Arial"/>
                <a:ea typeface="Arial"/>
                <a:cs typeface="Arial"/>
              </a:rPr>
              <a:t>04</a:t>
            </a:r>
          </a:p>
        </p:txBody>
      </p:sp>
    </p:spTree>
    <p:extLst>
      <p:ext uri="{BB962C8B-B14F-4D97-AF65-F5344CB8AC3E}">
        <p14:creationId xmlns:p14="http://schemas.microsoft.com/office/powerpoint/2010/main" val="1418397607"/>
      </p:ext>
    </p:extLst>
  </p:cSld>
</p:sld>
</file>

<file path=ppt/slides/slide5.xml><?xml version="1.0" encoding="utf-8"?>
<p:sld xmlns:p="http://schemas.openxmlformats.org/presentationml/2006/main">
  <p:cSld>
    <p:bg>
      <p:bgPr>
        <a:solidFill xmlns:a="http://schemas.openxmlformats.org/drawingml/2006/main">
          <a:srgbClr val="F8F4E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A4F1FA-D16D-460D-8F9D-AD91FCDA652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504024"/>
                </a:solidFill>
                <a:latin typeface="Arial"/>
                <a:ea typeface="Arial"/>
                <a:cs typeface="Arial"/>
              </a:defRPr>
            </a:defPPr>
          </a:lstStyle>
          <a:p xmlns:a="http://schemas.openxmlformats.org/drawingml/2006/main">
            <a:pPr algn="r" rtl="1">
              <a:lnSpc>
                <a:spcPct val="100000"/>
              </a:lnSpc>
              <a:buNone/>
              <a:defRPr sz="2400" b="1" lang="he-IL" altLang="en-US">
                <a:solidFill>
                  <a:srgbClr val="504024"/>
                </a:solidFill>
                <a:latin typeface="Arial"/>
                <a:ea typeface="Arial"/>
                <a:cs typeface="Arial"/>
              </a:defRPr>
            </a:pPr>
            <a:r>
              <a:rPr sz="2400" b="1" lang="he-IL" altLang="en-US">
                <a:solidFill>
                  <a:srgbClr val="504024"/>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D76077FF-F06A-49B6-94C1-AD1F0B18C1D3}"/>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7B6438"/>
                </a:solidFill>
                <a:latin typeface="Arial"/>
                <a:ea typeface="Arial"/>
                <a:cs typeface="Arial"/>
              </a:defRPr>
            </a:defPPr>
          </a:lstStyle>
          <a:p xmlns:a="http://schemas.openxmlformats.org/drawingml/2006/main">
            <a:pPr algn="r" rtl="1">
              <a:lnSpc>
                <a:spcPct val="100000"/>
              </a:lnSpc>
              <a:buNone/>
              <a:defRPr sz="1500" b="0" lang="he-IL" altLang="en-US">
                <a:solidFill>
                  <a:srgbClr val="7B6438"/>
                </a:solidFill>
                <a:latin typeface="Arial"/>
                <a:ea typeface="Arial"/>
                <a:cs typeface="Arial"/>
              </a:defRPr>
            </a:pPr>
            <a:r>
              <a:rPr sz="1500" b="0" lang="he-IL" altLang="en-US">
                <a:solidFill>
                  <a:srgbClr val="7B6438"/>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64807467-4F51-43C3-972D-E380DF67A7A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E6D5B5"/>
            </a:solidFill>
            <a:prstDash val="solid"/>
          </a:ln>
        </p:spPr>
      </p:sp>
      <p:sp>
        <p:nvSpPr>
          <p:cNvPr id="4" name="">
            <a:extLst xmlns:a="http://schemas.openxmlformats.org/drawingml/2006/main">
              <a:ext uri="{FF2B5EF4-FFF2-40B4-BE49-F238E27FC236}">
                <a16:creationId xmlns:a16="http://schemas.microsoft.com/office/drawing/2014/main" id="{8723B73C-3B61-42FB-8CE4-B3602F0ED06D}"/>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B91211-9E87-48A2-B5FA-7C2A9408040A}"/>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E6F7BA77-8A36-44EB-B73B-173D5E5E12A9}"/>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אביב</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22A8E31A-F0E5-4DE7-BD79-6A859FD968D4}"/>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BCE112-8D08-4443-9B58-2F13DE288C30}"/>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DB2C8AF-B97D-47C9-8E09-64886967006C}"/>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קיץ</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5285D972-6C79-4EE1-AC56-EF7CF90FB29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892C6E-CFC2-460B-9AE3-14652C6FA6CE}"/>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03532B87-F31E-43D3-9702-1FBBF6A74BBD}"/>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מרכז</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B82A10B3-25F5-45CC-88B8-20966F6315F3}"/>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A91A24-2018-4FD7-9B39-1810B8652C5A}"/>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CE455ACA-FAD4-4994-B8C5-B6B69AD403E8}"/>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סתיו</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8560556B-49CB-4A14-856B-16F22D55F900}"/>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A586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36E554C-D0DD-473F-8371-EA7CD0791A3B}"/>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F5381444-B747-4F5D-A4E0-DEC85CD49152}"/>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חורף</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BE09D4D8-670F-4276-838F-6F4C22E64151}"/>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75" b="0">
                <a:solidFill>
                  <a:srgbClr val="504024"/>
                </a:solidFill>
                <a:latin typeface="Arial"/>
                <a:ea typeface="Arial"/>
                <a:cs typeface="Arial"/>
              </a:defRPr>
            </a:defPPr>
          </a:lstStyle>
          <a:p xmlns:a="http://schemas.openxmlformats.org/drawingml/2006/main">
            <a:pPr algn="ctr" rtl="1">
              <a:lnSpc>
                <a:spcPct val="108000"/>
              </a:lnSpc>
              <a:buNone/>
              <a:defRPr sz="1875" b="0" lang="he-IL" altLang="en-US">
                <a:solidFill>
                  <a:srgbClr val="504024"/>
                </a:solidFill>
                <a:latin typeface="Arial"/>
                <a:ea typeface="Arial"/>
                <a:cs typeface="Arial"/>
              </a:defRPr>
            </a:pPr>
            <a:r>
              <a:rPr sz="1875" b="0" lang="he-IL" altLang="en-US">
                <a:solidFill>
                  <a:srgbClr val="504024"/>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E63AEBFA-C20D-4682-A148-139274FD2D1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7B6438"/>
                </a:solidFill>
                <a:latin typeface="Arial"/>
                <a:ea typeface="Arial"/>
                <a:cs typeface="Arial"/>
              </a:defRPr>
            </a:defPPr>
          </a:lstStyle>
          <a:p xmlns:a="http://schemas.openxmlformats.org/drawingml/2006/main">
            <a:pPr algn="ctr" rtl="1">
              <a:lnSpc>
                <a:spcPct val="100000"/>
              </a:lnSpc>
              <a:buNone/>
              <a:defRPr sz="1050" b="0" lang="he-IL" altLang="en-US">
                <a:solidFill>
                  <a:srgbClr val="7B6438"/>
                </a:solidFill>
                <a:latin typeface="Arial"/>
                <a:ea typeface="Arial"/>
                <a:cs typeface="Arial"/>
              </a:defRPr>
            </a:pPr>
            <a:r>
              <a:rPr sz="1050" b="0" lang="he-IL" altLang="en-US">
                <a:solidFill>
                  <a:srgbClr val="7B6438"/>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D8345F84-FF3B-4588-8EB1-5024A8528BD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7B6438"/>
                </a:solidFill>
                <a:latin typeface="Arial"/>
                <a:ea typeface="Arial"/>
                <a:cs typeface="Arial"/>
              </a:defRPr>
            </a:defPPr>
          </a:lstStyle>
          <a:p xmlns:a="http://schemas.openxmlformats.org/drawingml/2006/main">
            <a:pPr algn="l" rtl="1">
              <a:lnSpc>
                <a:spcPct val="100000"/>
              </a:lnSpc>
              <a:buNone/>
              <a:defRPr sz="900" b="0" lang="he-IL" altLang="en-US">
                <a:solidFill>
                  <a:srgbClr val="7B6438"/>
                </a:solidFill>
                <a:latin typeface="Arial"/>
                <a:ea typeface="Arial"/>
                <a:cs typeface="Arial"/>
              </a:defRPr>
            </a:pPr>
            <a:r>
              <a:rPr sz="900" b="0" lang="he-IL" altLang="en-US">
                <a:solidFill>
                  <a:srgbClr val="7B6438"/>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880703B7-DD57-4146-B6C7-9E07D6E8E6A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7B6438"/>
                </a:solidFill>
                <a:latin typeface="Arial"/>
                <a:ea typeface="Arial"/>
                <a:cs typeface="Arial"/>
              </a:defRPr>
            </a:defPPr>
          </a:lstStyle>
          <a:p xmlns:a="http://schemas.openxmlformats.org/drawingml/2006/main">
            <a:pPr algn="r">
              <a:lnSpc>
                <a:spcPct val="100000"/>
              </a:lnSpc>
              <a:buNone/>
              <a:defRPr sz="975" b="0">
                <a:solidFill>
                  <a:srgbClr val="7B6438"/>
                </a:solidFill>
                <a:latin typeface="Arial"/>
                <a:ea typeface="Arial"/>
                <a:cs typeface="Arial"/>
              </a:defRPr>
            </a:pPr>
            <a:r>
              <a:rPr sz="975" b="0">
                <a:solidFill>
                  <a:srgbClr val="7B6438"/>
                </a:solidFill>
                <a:latin typeface="Arial"/>
                <a:ea typeface="Arial"/>
                <a:cs typeface="Arial"/>
              </a:rPr>
              <a:t>05</a:t>
            </a:r>
          </a:p>
        </p:txBody>
      </p:sp>
    </p:spTree>
    <p:extLst>
      <p:ext uri="{BB962C8B-B14F-4D97-AF65-F5344CB8AC3E}">
        <p14:creationId xmlns:p14="http://schemas.microsoft.com/office/powerpoint/2010/main" val="769909679"/>
      </p:ext>
    </p:extLst>
  </p:cSld>
</p:sld>
</file>

<file path=ppt/slides/slide6.xml><?xml version="1.0" encoding="utf-8"?>
<p:sld xmlns:p="http://schemas.openxmlformats.org/presentationml/2006/main">
  <p:cSld>
    <p:bg>
      <p:bgPr>
        <a:solidFill xmlns:a="http://schemas.openxmlformats.org/drawingml/2006/main">
          <a:srgbClr val="F0F2ED"/>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E66EB0C9-2CA1-42B0-A0EA-D6E6E647B7F7}"/>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BC63F91A-FBDC-46B1-8DED-CD1500AC4211}"/>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D6BF96E-14AB-425A-A692-0AB2A507FA32}"/>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F7F2E62-3D3A-4537-902B-5C3E6BE9AE3D}"/>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A31CCED-00E2-4E36-97B4-FC6A1507EB33}"/>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697859"/>
            </a:solidFill>
            <a:prstDash val="solid"/>
            <a:tailEnd type="triangle" w="sm" len="sm"/>
          </a:ln>
        </p:spPr>
      </p:cxnSp>
      <p:sp>
        <p:nvSpPr>
          <p:cNvPr id="27" name="">
            <a:extLst xmlns:a="http://schemas.openxmlformats.org/drawingml/2006/main">
              <a:ext uri="{FF2B5EF4-FFF2-40B4-BE49-F238E27FC236}">
                <a16:creationId xmlns:a16="http://schemas.microsoft.com/office/drawing/2014/main" id="{256A381B-F1AE-41F8-9DF9-BD132258F79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23A2B"/>
                </a:solidFill>
                <a:latin typeface="Arial"/>
                <a:ea typeface="Arial"/>
                <a:cs typeface="Arial"/>
              </a:defRPr>
            </a:defPPr>
          </a:lstStyle>
          <a:p xmlns:a="http://schemas.openxmlformats.org/drawingml/2006/main">
            <a:pPr algn="r" rtl="1">
              <a:lnSpc>
                <a:spcPct val="100000"/>
              </a:lnSpc>
              <a:buNone/>
              <a:defRPr sz="2400" b="1" lang="he-IL" altLang="en-US">
                <a:solidFill>
                  <a:srgbClr val="323A2B"/>
                </a:solidFill>
                <a:latin typeface="Arial"/>
                <a:ea typeface="Arial"/>
                <a:cs typeface="Arial"/>
              </a:defRPr>
            </a:pPr>
            <a:r>
              <a:rPr sz="2400" b="1" lang="he-IL" altLang="en-US">
                <a:solidFill>
                  <a:srgbClr val="323A2B"/>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0C64D072-EC0A-44CB-B91F-839A16686FC5}"/>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4E5A42"/>
                </a:solidFill>
                <a:latin typeface="Arial"/>
                <a:ea typeface="Arial"/>
                <a:cs typeface="Arial"/>
              </a:defRPr>
            </a:defPPr>
          </a:lstStyle>
          <a:p xmlns:a="http://schemas.openxmlformats.org/drawingml/2006/main">
            <a:pPr algn="r" rtl="1">
              <a:lnSpc>
                <a:spcPct val="100000"/>
              </a:lnSpc>
              <a:buNone/>
              <a:defRPr sz="1500" b="0" lang="he-IL" altLang="en-US">
                <a:solidFill>
                  <a:srgbClr val="4E5A42"/>
                </a:solidFill>
                <a:latin typeface="Arial"/>
                <a:ea typeface="Arial"/>
                <a:cs typeface="Arial"/>
              </a:defRPr>
            </a:pPr>
            <a:r>
              <a:rPr sz="1500" b="0" lang="he-IL" altLang="en-US">
                <a:solidFill>
                  <a:srgbClr val="4E5A42"/>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697EE2B5-8E05-41BA-A66D-F417C9F8594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5CEBC"/>
            </a:solidFill>
            <a:prstDash val="solid"/>
          </a:ln>
        </p:spPr>
      </p:sp>
      <p:sp>
        <p:nvSpPr>
          <p:cNvPr id="4" name="">
            <a:extLst xmlns:a="http://schemas.openxmlformats.org/drawingml/2006/main">
              <a:ext uri="{FF2B5EF4-FFF2-40B4-BE49-F238E27FC236}">
                <a16:creationId xmlns:a16="http://schemas.microsoft.com/office/drawing/2014/main" id="{B1BE3D0F-CB45-401A-AEAF-9A7F046F98F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CE1403-09BB-4097-B285-CDE030E3C13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1CCACA51-4CCD-442F-8323-4218FF4C8A58}"/>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2C5711F3-BFE4-48E0-824E-4D95D8A939C2}"/>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E485E0-30DB-4577-BF89-F8CBB5D755E3}"/>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BA870859-951D-4DEC-AA75-D4EE8E77C715}"/>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F9C60EA4-0640-4125-A560-E204B4BAC8D1}"/>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32EFDF-1535-4738-83E4-EE64E3F206E1}"/>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CDF94952-843D-4A2A-B290-8A27DF0B0CB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19D8BFA3-5B6E-4C56-9B78-89E21D2C0C1A}"/>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C4530A-D7E0-4218-835D-3146AEAE071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B7E9B3B9-455C-4848-B91D-7B3250536846}"/>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6906DC4C-F8F5-4099-BC92-DF6989BE664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6978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046288-E885-4F31-BF4F-9ED836D58EE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CF57EDAA-DCF5-4056-BC33-06BE31EEB983}"/>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5506133D-5EF4-4AAF-8971-D46E77A4387A}"/>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323A2B"/>
                </a:solidFill>
                <a:latin typeface="Arial"/>
                <a:ea typeface="Arial"/>
                <a:cs typeface="Arial"/>
              </a:defRPr>
            </a:defPPr>
          </a:lstStyle>
          <a:p xmlns:a="http://schemas.openxmlformats.org/drawingml/2006/main">
            <a:pPr algn="ctr" rtl="1">
              <a:lnSpc>
                <a:spcPct val="102000"/>
              </a:lnSpc>
              <a:buNone/>
              <a:defRPr sz="1800" b="1" lang="he-IL" altLang="en-US">
                <a:solidFill>
                  <a:srgbClr val="323A2B"/>
                </a:solidFill>
                <a:latin typeface="Arial"/>
                <a:ea typeface="Arial"/>
                <a:cs typeface="Arial"/>
              </a:defRPr>
            </a:pPr>
            <a:r>
              <a:rPr sz="1800" b="1" lang="he-IL" altLang="en-US">
                <a:solidFill>
                  <a:srgbClr val="323A2B"/>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26011B29-CA94-4EB2-AFE0-8330CA730ED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4E5A42"/>
                </a:solidFill>
                <a:latin typeface="Arial"/>
                <a:ea typeface="Arial"/>
                <a:cs typeface="Arial"/>
              </a:defRPr>
            </a:defPPr>
          </a:lstStyle>
          <a:p xmlns:a="http://schemas.openxmlformats.org/drawingml/2006/main">
            <a:pPr algn="l" rtl="1">
              <a:lnSpc>
                <a:spcPct val="100000"/>
              </a:lnSpc>
              <a:buNone/>
              <a:defRPr sz="900" b="0" lang="he-IL" altLang="en-US">
                <a:solidFill>
                  <a:srgbClr val="4E5A42"/>
                </a:solidFill>
                <a:latin typeface="Arial"/>
                <a:ea typeface="Arial"/>
                <a:cs typeface="Arial"/>
              </a:defRPr>
            </a:pPr>
            <a:r>
              <a:rPr sz="900" b="0" lang="he-IL" altLang="en-US">
                <a:solidFill>
                  <a:srgbClr val="4E5A42"/>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D3887754-6E6F-4E17-A921-62EA57C66F3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4E5A42"/>
                </a:solidFill>
                <a:latin typeface="Arial"/>
                <a:ea typeface="Arial"/>
                <a:cs typeface="Arial"/>
              </a:defRPr>
            </a:defPPr>
          </a:lstStyle>
          <a:p xmlns:a="http://schemas.openxmlformats.org/drawingml/2006/main">
            <a:pPr algn="r">
              <a:lnSpc>
                <a:spcPct val="100000"/>
              </a:lnSpc>
              <a:buNone/>
              <a:defRPr sz="975" b="0">
                <a:solidFill>
                  <a:srgbClr val="4E5A42"/>
                </a:solidFill>
                <a:latin typeface="Arial"/>
                <a:ea typeface="Arial"/>
                <a:cs typeface="Arial"/>
              </a:defRPr>
            </a:pPr>
            <a:r>
              <a:rPr sz="975" b="0">
                <a:solidFill>
                  <a:srgbClr val="4E5A42"/>
                </a:solidFill>
                <a:latin typeface="Arial"/>
                <a:ea typeface="Arial"/>
                <a:cs typeface="Arial"/>
              </a:rPr>
              <a:t>06</a:t>
            </a:r>
          </a:p>
        </p:txBody>
      </p:sp>
    </p:spTree>
    <p:extLst>
      <p:ext uri="{BB962C8B-B14F-4D97-AF65-F5344CB8AC3E}">
        <p14:creationId xmlns:p14="http://schemas.microsoft.com/office/powerpoint/2010/main" val="1191921020"/>
      </p:ext>
    </p:extLst>
  </p:cSld>
</p:sld>
</file>

<file path=ppt/slides/slide7.xml><?xml version="1.0" encoding="utf-8"?>
<p:sld xmlns:p="http://schemas.openxmlformats.org/presentationml/2006/main">
  <p:cSld>
    <p:bg>
      <p:bgPr>
        <a:solidFill xmlns:a="http://schemas.openxmlformats.org/drawingml/2006/main">
          <a:srgbClr val="F1F1F0"/>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254796A-8265-4849-858F-464ED1021BE4}"/>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A4F2B1D-6D46-421E-9E98-A5997097DEDE}"/>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2894BB8-D057-4220-A040-183EA8E06452}"/>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F6A5225-ED08-453C-98B9-6DDA6ACC0249}"/>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D60E27E9-FE68-4572-B902-B80FDAE21252}"/>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73716B"/>
            </a:solidFill>
            <a:prstDash val="solid"/>
            <a:tailEnd type="triangle" w="sm" len="sm"/>
          </a:ln>
        </p:spPr>
      </p:cxnSp>
      <p:sp>
        <p:nvSpPr>
          <p:cNvPr id="28" name="">
            <a:extLst xmlns:a="http://schemas.openxmlformats.org/drawingml/2006/main">
              <a:ext uri="{FF2B5EF4-FFF2-40B4-BE49-F238E27FC236}">
                <a16:creationId xmlns:a16="http://schemas.microsoft.com/office/drawing/2014/main" id="{D8760628-6119-4322-A4D4-C87E47FE6D6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73634"/>
                </a:solidFill>
                <a:latin typeface="Arial"/>
                <a:ea typeface="Arial"/>
                <a:cs typeface="Arial"/>
              </a:defRPr>
            </a:defPPr>
          </a:lstStyle>
          <a:p xmlns:a="http://schemas.openxmlformats.org/drawingml/2006/main">
            <a:pPr algn="r" rtl="1">
              <a:lnSpc>
                <a:spcPct val="100000"/>
              </a:lnSpc>
              <a:buNone/>
              <a:defRPr sz="2400" b="1" lang="he-IL" altLang="en-US">
                <a:solidFill>
                  <a:srgbClr val="373634"/>
                </a:solidFill>
                <a:latin typeface="Arial"/>
                <a:ea typeface="Arial"/>
                <a:cs typeface="Arial"/>
              </a:defRPr>
            </a:pPr>
            <a:r>
              <a:rPr sz="2400" b="1" lang="he-IL" altLang="en-US">
                <a:solidFill>
                  <a:srgbClr val="373634"/>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03377128-935B-4995-BC12-BFBAF3F4F9FC}"/>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565450"/>
                </a:solidFill>
                <a:latin typeface="Arial"/>
                <a:ea typeface="Arial"/>
                <a:cs typeface="Arial"/>
              </a:defRPr>
            </a:defPPr>
          </a:lstStyle>
          <a:p xmlns:a="http://schemas.openxmlformats.org/drawingml/2006/main">
            <a:pPr algn="r" rtl="1">
              <a:lnSpc>
                <a:spcPct val="100000"/>
              </a:lnSpc>
              <a:buNone/>
              <a:defRPr sz="1500" b="0" lang="he-IL" altLang="en-US">
                <a:solidFill>
                  <a:srgbClr val="565450"/>
                </a:solidFill>
                <a:latin typeface="Arial"/>
                <a:ea typeface="Arial"/>
                <a:cs typeface="Arial"/>
              </a:defRPr>
            </a:pPr>
            <a:r>
              <a:rPr sz="1500" b="0" lang="he-IL" altLang="en-US">
                <a:solidFill>
                  <a:srgbClr val="565450"/>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E50B0BFB-7E8E-4A68-9056-70B4E8917BD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CAC9C6"/>
            </a:solidFill>
            <a:prstDash val="solid"/>
          </a:ln>
        </p:spPr>
      </p:sp>
      <p:sp>
        <p:nvSpPr>
          <p:cNvPr id="4" name="">
            <a:extLst xmlns:a="http://schemas.openxmlformats.org/drawingml/2006/main">
              <a:ext uri="{FF2B5EF4-FFF2-40B4-BE49-F238E27FC236}">
                <a16:creationId xmlns:a16="http://schemas.microsoft.com/office/drawing/2014/main" id="{23C98CFF-19FB-4394-9643-C4A50E5729A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DB55BC-4370-491D-8B62-B303408AB3C2}"/>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0D080D80-0696-475C-8073-F6B015B3E2EE}"/>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E4ED3CB0-6065-4C83-84FB-E5F315DBC98A}"/>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0E6C54-7523-4B87-BE29-7B40C30D1781}"/>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B6B0124-B6A9-4774-8B88-44D5C99F6972}"/>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70C25709-260B-40EB-AB93-9539B7A1974A}"/>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764A75-DD3D-41F5-A3F6-BA1D9AB52ACE}"/>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505F8E66-9691-4D1D-8D4C-4A4F376BED1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F8C87272-2325-4451-B8B9-699C7D5A71C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27F8A7-B613-4677-9A15-FA0B61CEC489}"/>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DC73D0BA-E69D-40C9-BCD6-8AA81D8AEC6D}"/>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513AE809-37B8-4315-9457-35B42BA94DB0}"/>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7371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BC2FAE-2420-429D-8C23-8ABBE5D5817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29494F8C-FD4D-494E-9BB1-3206DCA6FD64}"/>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6A107F06-6BAF-4004-BF8A-E582951FD05A}"/>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1F1F0"/>
          </a:solidFill>
          <a:ln xmlns:a="http://schemas.openxmlformats.org/drawingml/2006/main" w="9525">
            <a:solidFill>
              <a:srgbClr val="CAC9C6"/>
            </a:solidFill>
            <a:prstDash val="solid"/>
          </a:ln>
        </p:spPr>
      </p:sp>
      <p:sp>
        <p:nvSpPr>
          <p:cNvPr id="25" name="">
            <a:extLst xmlns:a="http://schemas.openxmlformats.org/drawingml/2006/main">
              <a:ext uri="{FF2B5EF4-FFF2-40B4-BE49-F238E27FC236}">
                <a16:creationId xmlns:a16="http://schemas.microsoft.com/office/drawing/2014/main" id="{C3309408-938C-4840-B904-309F4E48085D}"/>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373634"/>
                </a:solidFill>
                <a:latin typeface="Arial"/>
                <a:ea typeface="Arial"/>
                <a:cs typeface="Arial"/>
              </a:defRPr>
            </a:defPPr>
          </a:lstStyle>
          <a:p xmlns:a="http://schemas.openxmlformats.org/drawingml/2006/main">
            <a:pPr algn="ctr" rtl="1">
              <a:lnSpc>
                <a:spcPct val="104000"/>
              </a:lnSpc>
              <a:buNone/>
              <a:defRPr sz="1800" b="1" lang="he-IL" altLang="en-US">
                <a:solidFill>
                  <a:srgbClr val="373634"/>
                </a:solidFill>
                <a:latin typeface="Arial"/>
                <a:ea typeface="Arial"/>
                <a:cs typeface="Arial"/>
              </a:defRPr>
            </a:pPr>
            <a:r>
              <a:rPr sz="1800" b="1" lang="he-IL" altLang="en-US">
                <a:solidFill>
                  <a:srgbClr val="373634"/>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A60F6D6B-858E-44CA-AA35-BDF422376F78}"/>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565450"/>
                </a:solidFill>
                <a:latin typeface="Arial"/>
                <a:ea typeface="Arial"/>
                <a:cs typeface="Arial"/>
              </a:defRPr>
            </a:defPPr>
          </a:lstStyle>
          <a:p xmlns:a="http://schemas.openxmlformats.org/drawingml/2006/main">
            <a:pPr algn="l" rtl="1">
              <a:lnSpc>
                <a:spcPct val="100000"/>
              </a:lnSpc>
              <a:buNone/>
              <a:defRPr sz="900" b="0" lang="he-IL" altLang="en-US">
                <a:solidFill>
                  <a:srgbClr val="565450"/>
                </a:solidFill>
                <a:latin typeface="Arial"/>
                <a:ea typeface="Arial"/>
                <a:cs typeface="Arial"/>
              </a:defRPr>
            </a:pPr>
            <a:r>
              <a:rPr sz="900" b="0" lang="he-IL" altLang="en-US">
                <a:solidFill>
                  <a:srgbClr val="565450"/>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DCEA581B-7545-4AC1-8D90-1675A851EB7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565450"/>
                </a:solidFill>
                <a:latin typeface="Arial"/>
                <a:ea typeface="Arial"/>
                <a:cs typeface="Arial"/>
              </a:defRPr>
            </a:defPPr>
          </a:lstStyle>
          <a:p xmlns:a="http://schemas.openxmlformats.org/drawingml/2006/main">
            <a:pPr algn="r">
              <a:lnSpc>
                <a:spcPct val="100000"/>
              </a:lnSpc>
              <a:buNone/>
              <a:defRPr sz="975" b="0">
                <a:solidFill>
                  <a:srgbClr val="565450"/>
                </a:solidFill>
                <a:latin typeface="Arial"/>
                <a:ea typeface="Arial"/>
                <a:cs typeface="Arial"/>
              </a:defRPr>
            </a:pPr>
            <a:r>
              <a:rPr sz="975" b="0">
                <a:solidFill>
                  <a:srgbClr val="565450"/>
                </a:solidFill>
                <a:latin typeface="Arial"/>
                <a:ea typeface="Arial"/>
                <a:cs typeface="Arial"/>
              </a:rPr>
              <a:t>07</a:t>
            </a:r>
          </a:p>
        </p:txBody>
      </p:sp>
    </p:spTree>
    <p:extLst>
      <p:ext uri="{BB962C8B-B14F-4D97-AF65-F5344CB8AC3E}">
        <p14:creationId xmlns:p14="http://schemas.microsoft.com/office/powerpoint/2010/main" val="242353353"/>
      </p:ext>
    </p:extLst>
  </p:cSld>
</p:sld>
</file>

<file path=ppt/slides/slide8.xml><?xml version="1.0" encoding="utf-8"?>
<p:sld xmlns:p="http://schemas.openxmlformats.org/presentationml/2006/main">
  <p:cSld>
    <p:bg>
      <p:bgPr>
        <a:solidFill xmlns:a="http://schemas.openxmlformats.org/drawingml/2006/main">
          <a:srgbClr val="47676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42342F-BD77-4852-B936-74E7FBBACE8D}"/>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850" b="1">
                <a:solidFill>
                  <a:srgbClr val="FFFFFF"/>
                </a:solidFill>
                <a:latin typeface="Arial"/>
                <a:ea typeface="Arial"/>
                <a:cs typeface="Arial"/>
              </a:defRPr>
            </a:defPPr>
          </a:lstStyle>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לא באה ללמד רק את מה שלמדתי.</a:t>
            </a:r>
          </a:p>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6BDA8674-5F3D-468D-A684-120265A0EAD8}"/>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B3C4C2"/>
            </a:solidFill>
            <a:prstDash val="solid"/>
          </a:ln>
        </p:spPr>
      </p:sp>
      <p:sp>
        <p:nvSpPr>
          <p:cNvPr id="3" name="">
            <a:extLst xmlns:a="http://schemas.openxmlformats.org/drawingml/2006/main">
              <a:ext uri="{FF2B5EF4-FFF2-40B4-BE49-F238E27FC236}">
                <a16:creationId xmlns:a16="http://schemas.microsoft.com/office/drawing/2014/main" id="{D8AB42F6-CEE8-4A56-89B9-7FE1C2D1DC00}"/>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350" b="1">
                <a:solidFill>
                  <a:srgbClr val="FFFFFF"/>
                </a:solidFill>
                <a:latin typeface="Arial"/>
                <a:ea typeface="Arial"/>
                <a:cs typeface="Arial"/>
              </a:defRPr>
            </a:defPPr>
          </a:lstStyle>
          <a:p xmlns:a="http://schemas.openxmlformats.org/drawingml/2006/main">
            <a:pPr algn="ctr" rtl="1">
              <a:lnSpc>
                <a:spcPct val="100000"/>
              </a:lnSpc>
              <a:buNone/>
              <a:defRPr sz="1350" b="1" lang="he-IL" altLang="en-US">
                <a:solidFill>
                  <a:srgbClr val="FFFFFF"/>
                </a:solidFill>
                <a:latin typeface="Arial"/>
                <a:ea typeface="Arial"/>
                <a:cs typeface="Arial"/>
              </a:defRPr>
            </a:pPr>
            <a:r>
              <a:rPr sz="1350" b="1" lang="he-IL" altLang="en-US">
                <a:solidFill>
                  <a:srgbClr val="FFFFFF"/>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237D55A2-3278-496C-B790-74C4223A2AC3}"/>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400" b="0">
                <a:solidFill>
                  <a:srgbClr val="FFFFFF"/>
                </a:solidFill>
                <a:latin typeface="Arial"/>
                <a:ea typeface="Arial"/>
                <a:cs typeface="Arial"/>
              </a:defRPr>
            </a:defPPr>
          </a:lstStyle>
          <a:p xmlns:a="http://schemas.openxmlformats.org/drawingml/2006/main">
            <a:pPr algn="ctr" rtl="1">
              <a:lnSpc>
                <a:spcPct val="100000"/>
              </a:lnSpc>
              <a:buNone/>
              <a:defRPr sz="2400" b="0" lang="he-IL" altLang="en-US">
                <a:solidFill>
                  <a:srgbClr val="FFFFFF"/>
                </a:solidFill>
                <a:latin typeface="Arial"/>
                <a:ea typeface="Arial"/>
                <a:cs typeface="Arial"/>
              </a:defRPr>
            </a:pPr>
            <a:r>
              <a:rPr sz="2400" b="0" lang="he-IL" altLang="en-US">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7321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2026-10-01T03:58:11.3410000Z</dcterms:created>
  <dcterms:modified xsi:type="dcterms:W3CDTF">2026-10-01T03:58:11.3410000Z</dcterms:modified>
</coreProperties>
</file>